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66" r:id="rId5"/>
    <p:sldId id="265" r:id="rId6"/>
    <p:sldId id="257" r:id="rId7"/>
    <p:sldId id="256" r:id="rId8"/>
    <p:sldId id="279" r:id="rId9"/>
    <p:sldId id="278" r:id="rId10"/>
    <p:sldId id="280" r:id="rId11"/>
    <p:sldId id="281" r:id="rId12"/>
    <p:sldId id="282" r:id="rId13"/>
    <p:sldId id="258" r:id="rId14"/>
    <p:sldId id="261" r:id="rId15"/>
    <p:sldId id="277" r:id="rId16"/>
    <p:sldId id="270" r:id="rId17"/>
    <p:sldId id="271" r:id="rId18"/>
    <p:sldId id="268" r:id="rId19"/>
    <p:sldId id="272" r:id="rId20"/>
    <p:sldId id="273" r:id="rId21"/>
    <p:sldId id="274" r:id="rId22"/>
    <p:sldId id="263" r:id="rId23"/>
    <p:sldId id="267" r:id="rId24"/>
    <p:sldId id="26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B7C6"/>
    <a:srgbClr val="00243A"/>
    <a:srgbClr val="103350"/>
    <a:srgbClr val="0C4360"/>
    <a:srgbClr val="1B6872"/>
    <a:srgbClr val="002136"/>
    <a:srgbClr val="0C75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" v="267" dt="2026-04-06T21:10:44.062"/>
    <p1510:client id="{268E14F3-B951-7C3E-1D88-AA782DFAB165}" v="38" dt="2026-04-06T19:51:21.212"/>
    <p1510:client id="{62CE872A-2D7F-F975-991C-E7FD09EDDB1E}" v="391" dt="2026-04-06T21:19:42.104"/>
    <p1510:client id="{66E0B756-2851-7103-45BF-6795315BBB0E}" v="6" dt="2026-04-07T09:57:42.780"/>
    <p1510:client id="{B2627871-A4ED-C176-B78F-5A532305EA41}" v="411" dt="2026-04-07T09:43:51.720"/>
    <p1510:client id="{B4C0864B-338B-7FB0-2D30-130E190A297D}" v="10" dt="2026-04-06T20:24:56.002"/>
    <p1510:client id="{E0D2D104-36B3-7447-8C8E-684C8FF10F7A}" v="1880" dt="2026-04-06T19:33:33.5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76"/>
  </p:normalViewPr>
  <p:slideViewPr>
    <p:cSldViewPr snapToGrid="0">
      <p:cViewPr varScale="1">
        <p:scale>
          <a:sx n="149" d="100"/>
          <a:sy n="149" d="100"/>
        </p:scale>
        <p:origin x="192" y="2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1A45A461-2B61-F922-A51C-23288991F541}"/>
    <pc:docChg chg="modSld">
      <pc:chgData name="Guest User" userId="" providerId="Windows Live" clId="Web-{1A45A461-2B61-F922-A51C-23288991F541}" dt="2026-04-06T21:10:44.062" v="403"/>
      <pc:docMkLst>
        <pc:docMk/>
      </pc:docMkLst>
      <pc:sldChg chg="delSp modSp">
        <pc:chgData name="Guest User" userId="" providerId="Windows Live" clId="Web-{1A45A461-2B61-F922-A51C-23288991F541}" dt="2026-04-06T21:01:27.669" v="355" actId="20577"/>
        <pc:sldMkLst>
          <pc:docMk/>
          <pc:sldMk cId="3946934594" sldId="256"/>
        </pc:sldMkLst>
        <pc:spChg chg="mod">
          <ac:chgData name="Guest User" userId="" providerId="Windows Live" clId="Web-{1A45A461-2B61-F922-A51C-23288991F541}" dt="2026-04-06T20:56:49.059" v="326" actId="20577"/>
          <ac:spMkLst>
            <pc:docMk/>
            <pc:sldMk cId="3946934594" sldId="256"/>
            <ac:spMk id="2" creationId="{632BE5BF-9922-45FB-8F3F-4446D40A051B}"/>
          </ac:spMkLst>
        </pc:spChg>
        <pc:spChg chg="mod">
          <ac:chgData name="Guest User" userId="" providerId="Windows Live" clId="Web-{1A45A461-2B61-F922-A51C-23288991F541}" dt="2026-04-06T20:03:16.796" v="69" actId="20577"/>
          <ac:spMkLst>
            <pc:docMk/>
            <pc:sldMk cId="3946934594" sldId="256"/>
            <ac:spMk id="3" creationId="{0D537F64-4C96-4AA8-BB21-E8053A3186DD}"/>
          </ac:spMkLst>
        </pc:spChg>
        <pc:spChg chg="mod">
          <ac:chgData name="Guest User" userId="" providerId="Windows Live" clId="Web-{1A45A461-2B61-F922-A51C-23288991F541}" dt="2026-04-06T21:01:27.669" v="355" actId="20577"/>
          <ac:spMkLst>
            <pc:docMk/>
            <pc:sldMk cId="3946934594" sldId="256"/>
            <ac:spMk id="9" creationId="{8444E71D-559E-6807-6DDB-E22A80A6DAB2}"/>
          </ac:spMkLst>
        </pc:spChg>
        <pc:spChg chg="del mod">
          <ac:chgData name="Guest User" userId="" providerId="Windows Live" clId="Web-{1A45A461-2B61-F922-A51C-23288991F541}" dt="2026-04-06T20:57:02.075" v="328"/>
          <ac:spMkLst>
            <pc:docMk/>
            <pc:sldMk cId="3946934594" sldId="256"/>
            <ac:spMk id="17" creationId="{622713A9-914E-E207-B560-DE26E7F47EB1}"/>
          </ac:spMkLst>
        </pc:spChg>
      </pc:sldChg>
      <pc:sldChg chg="modSp">
        <pc:chgData name="Guest User" userId="" providerId="Windows Live" clId="Web-{1A45A461-2B61-F922-A51C-23288991F541}" dt="2026-04-06T20:55:40.715" v="311" actId="14100"/>
        <pc:sldMkLst>
          <pc:docMk/>
          <pc:sldMk cId="2902794312" sldId="257"/>
        </pc:sldMkLst>
        <pc:spChg chg="mod">
          <ac:chgData name="Guest User" userId="" providerId="Windows Live" clId="Web-{1A45A461-2B61-F922-A51C-23288991F541}" dt="2026-04-06T20:54:31.573" v="307" actId="20577"/>
          <ac:spMkLst>
            <pc:docMk/>
            <pc:sldMk cId="2902794312" sldId="257"/>
            <ac:spMk id="4" creationId="{E3BD8413-C238-49D7-A4E1-E8FEF1811A0E}"/>
          </ac:spMkLst>
        </pc:spChg>
        <pc:spChg chg="mod">
          <ac:chgData name="Guest User" userId="" providerId="Windows Live" clId="Web-{1A45A461-2B61-F922-A51C-23288991F541}" dt="2026-04-06T20:55:40.715" v="311" actId="14100"/>
          <ac:spMkLst>
            <pc:docMk/>
            <pc:sldMk cId="2902794312" sldId="257"/>
            <ac:spMk id="5" creationId="{0A95F4DE-39B7-4CE2-BC1E-8B8AE662A895}"/>
          </ac:spMkLst>
        </pc:spChg>
        <pc:spChg chg="mod">
          <ac:chgData name="Guest User" userId="" providerId="Windows Live" clId="Web-{1A45A461-2B61-F922-A51C-23288991F541}" dt="2026-04-06T20:55:31.730" v="309" actId="14100"/>
          <ac:spMkLst>
            <pc:docMk/>
            <pc:sldMk cId="2902794312" sldId="257"/>
            <ac:spMk id="8" creationId="{292B59C4-402A-1FC0-5A3D-D195CC7649A4}"/>
          </ac:spMkLst>
        </pc:spChg>
      </pc:sldChg>
      <pc:sldChg chg="modSp">
        <pc:chgData name="Guest User" userId="" providerId="Windows Live" clId="Web-{1A45A461-2B61-F922-A51C-23288991F541}" dt="2026-04-06T20:08:49.965" v="106" actId="20577"/>
        <pc:sldMkLst>
          <pc:docMk/>
          <pc:sldMk cId="3733486012" sldId="258"/>
        </pc:sldMkLst>
        <pc:spChg chg="mod">
          <ac:chgData name="Guest User" userId="" providerId="Windows Live" clId="Web-{1A45A461-2B61-F922-A51C-23288991F541}" dt="2026-04-06T19:57:01.931" v="17" actId="20577"/>
          <ac:spMkLst>
            <pc:docMk/>
            <pc:sldMk cId="3733486012" sldId="258"/>
            <ac:spMk id="7" creationId="{7875C19A-1AAE-476A-A316-A2CF92D763D3}"/>
          </ac:spMkLst>
        </pc:spChg>
        <pc:spChg chg="mod">
          <ac:chgData name="Guest User" userId="" providerId="Windows Live" clId="Web-{1A45A461-2B61-F922-A51C-23288991F541}" dt="2026-04-06T20:08:49.965" v="106" actId="20577"/>
          <ac:spMkLst>
            <pc:docMk/>
            <pc:sldMk cId="3733486012" sldId="258"/>
            <ac:spMk id="10" creationId="{EF2BC084-E6DB-4DE7-B309-042A85EBA700}"/>
          </ac:spMkLst>
        </pc:spChg>
      </pc:sldChg>
      <pc:sldChg chg="addSp delSp modSp mod modClrScheme chgLayout">
        <pc:chgData name="Guest User" userId="" providerId="Windows Live" clId="Web-{1A45A461-2B61-F922-A51C-23288991F541}" dt="2026-04-06T21:04:42.576" v="381" actId="20577"/>
        <pc:sldMkLst>
          <pc:docMk/>
          <pc:sldMk cId="709828751" sldId="260"/>
        </pc:sldMkLst>
        <pc:spChg chg="mod ord">
          <ac:chgData name="Guest User" userId="" providerId="Windows Live" clId="Web-{1A45A461-2B61-F922-A51C-23288991F541}" dt="2026-04-06T21:02:35.310" v="363"/>
          <ac:spMkLst>
            <pc:docMk/>
            <pc:sldMk cId="709828751" sldId="260"/>
            <ac:spMk id="2" creationId="{8B065C75-272B-4BB5-BA23-D80E8654D621}"/>
          </ac:spMkLst>
        </pc:spChg>
        <pc:spChg chg="del mod ord">
          <ac:chgData name="Guest User" userId="" providerId="Windows Live" clId="Web-{1A45A461-2B61-F922-A51C-23288991F541}" dt="2026-04-06T21:04:07.998" v="378" actId="20577"/>
          <ac:spMkLst>
            <pc:docMk/>
            <pc:sldMk cId="709828751" sldId="260"/>
            <ac:spMk id="4" creationId="{BD179B88-D43C-4A31-9A52-3498E9430782}"/>
          </ac:spMkLst>
        </pc:spChg>
        <pc:spChg chg="del mod">
          <ac:chgData name="Guest User" userId="" providerId="Windows Live" clId="Web-{1A45A461-2B61-F922-A51C-23288991F541}" dt="2026-04-06T21:01:59.216" v="359"/>
          <ac:spMkLst>
            <pc:docMk/>
            <pc:sldMk cId="709828751" sldId="260"/>
            <ac:spMk id="5" creationId="{DCDDBE65-9AB1-4989-AF86-726591A6A128}"/>
          </ac:spMkLst>
        </pc:spChg>
        <pc:spChg chg="del mod">
          <ac:chgData name="Guest User" userId="" providerId="Windows Live" clId="Web-{1A45A461-2B61-F922-A51C-23288991F541}" dt="2026-04-06T21:01:59.216" v="358"/>
          <ac:spMkLst>
            <pc:docMk/>
            <pc:sldMk cId="709828751" sldId="260"/>
            <ac:spMk id="7" creationId="{1CB19F62-FA12-AA2F-3260-8D4A8CBF6538}"/>
          </ac:spMkLst>
        </pc:spChg>
        <pc:spChg chg="add mod ord">
          <ac:chgData name="Guest User" userId="" providerId="Windows Live" clId="Web-{1A45A461-2B61-F922-A51C-23288991F541}" dt="2026-04-06T21:03:36.357" v="374" actId="20577"/>
          <ac:spMkLst>
            <pc:docMk/>
            <pc:sldMk cId="709828751" sldId="260"/>
            <ac:spMk id="9" creationId="{F86DD11C-C516-F775-AAD4-597CD72ACBB3}"/>
          </ac:spMkLst>
        </pc:spChg>
        <pc:spChg chg="add mod ord">
          <ac:chgData name="Guest User" userId="" providerId="Windows Live" clId="Web-{1A45A461-2B61-F922-A51C-23288991F541}" dt="2026-04-06T21:03:44.685" v="377" actId="20577"/>
          <ac:spMkLst>
            <pc:docMk/>
            <pc:sldMk cId="709828751" sldId="260"/>
            <ac:spMk id="10" creationId="{F387009C-E7E3-8EEF-7917-3156495BE3F0}"/>
          </ac:spMkLst>
        </pc:spChg>
        <pc:spChg chg="add mod ord">
          <ac:chgData name="Guest User" userId="" providerId="Windows Live" clId="Web-{1A45A461-2B61-F922-A51C-23288991F541}" dt="2026-04-06T21:04:42.576" v="381" actId="20577"/>
          <ac:spMkLst>
            <pc:docMk/>
            <pc:sldMk cId="709828751" sldId="260"/>
            <ac:spMk id="11" creationId="{6F7FBCA8-2D60-210F-4BB6-DF87698105FA}"/>
          </ac:spMkLst>
        </pc:spChg>
        <pc:spChg chg="add mod ord">
          <ac:chgData name="Guest User" userId="" providerId="Windows Live" clId="Web-{1A45A461-2B61-F922-A51C-23288991F541}" dt="2026-04-06T21:04:38.264" v="380" actId="20577"/>
          <ac:spMkLst>
            <pc:docMk/>
            <pc:sldMk cId="709828751" sldId="260"/>
            <ac:spMk id="12" creationId="{79D1C0B7-D4FF-9BF4-EF38-A6B4BB5E449F}"/>
          </ac:spMkLst>
        </pc:spChg>
        <pc:graphicFrameChg chg="add mod modGraphic">
          <ac:chgData name="Guest User" userId="" providerId="Windows Live" clId="Web-{1A45A461-2B61-F922-A51C-23288991F541}" dt="2026-04-06T20:16:55.608" v="191" actId="1076"/>
          <ac:graphicFrameMkLst>
            <pc:docMk/>
            <pc:sldMk cId="709828751" sldId="260"/>
            <ac:graphicFrameMk id="6" creationId="{AC958757-94E8-6716-8413-652A4941318D}"/>
          </ac:graphicFrameMkLst>
        </pc:graphicFrameChg>
      </pc:sldChg>
      <pc:sldChg chg="modSp">
        <pc:chgData name="Guest User" userId="" providerId="Windows Live" clId="Web-{1A45A461-2B61-F922-A51C-23288991F541}" dt="2026-04-06T20:01:06.592" v="52" actId="14100"/>
        <pc:sldMkLst>
          <pc:docMk/>
          <pc:sldMk cId="3607270498" sldId="261"/>
        </pc:sldMkLst>
        <pc:spChg chg="mod">
          <ac:chgData name="Guest User" userId="" providerId="Windows Live" clId="Web-{1A45A461-2B61-F922-A51C-23288991F541}" dt="2026-04-06T20:00:47.404" v="48" actId="20577"/>
          <ac:spMkLst>
            <pc:docMk/>
            <pc:sldMk cId="3607270498" sldId="261"/>
            <ac:spMk id="4" creationId="{315E3981-F0D7-482C-A8E0-6A57700BECA7}"/>
          </ac:spMkLst>
        </pc:spChg>
        <pc:spChg chg="mod">
          <ac:chgData name="Guest User" userId="" providerId="Windows Live" clId="Web-{1A45A461-2B61-F922-A51C-23288991F541}" dt="2026-04-06T20:01:06.592" v="52" actId="14100"/>
          <ac:spMkLst>
            <pc:docMk/>
            <pc:sldMk cId="3607270498" sldId="261"/>
            <ac:spMk id="5" creationId="{E0C87788-476B-4620-8002-A5C1177AD6C1}"/>
          </ac:spMkLst>
        </pc:spChg>
        <pc:spChg chg="mod">
          <ac:chgData name="Guest User" userId="" providerId="Windows Live" clId="Web-{1A45A461-2B61-F922-A51C-23288991F541}" dt="2026-04-06T20:00:53.654" v="49" actId="20577"/>
          <ac:spMkLst>
            <pc:docMk/>
            <pc:sldMk cId="3607270498" sldId="261"/>
            <ac:spMk id="7" creationId="{B74126B4-1E6C-4FFF-9282-40E18A85A07F}"/>
          </ac:spMkLst>
        </pc:spChg>
      </pc:sldChg>
      <pc:sldChg chg="addSp delSp modSp">
        <pc:chgData name="Guest User" userId="" providerId="Windows Live" clId="Web-{1A45A461-2B61-F922-A51C-23288991F541}" dt="2026-04-06T21:10:44.062" v="403"/>
        <pc:sldMkLst>
          <pc:docMk/>
          <pc:sldMk cId="3112637108" sldId="265"/>
        </pc:sldMkLst>
        <pc:spChg chg="del mod">
          <ac:chgData name="Guest User" userId="" providerId="Windows Live" clId="Web-{1A45A461-2B61-F922-A51C-23288991F541}" dt="2026-04-06T20:39:22.544" v="238"/>
          <ac:spMkLst>
            <pc:docMk/>
            <pc:sldMk cId="3112637108" sldId="265"/>
            <ac:spMk id="2" creationId="{790E9C81-B063-3248-5A62-4DCCB9AFE0BC}"/>
          </ac:spMkLst>
        </pc:spChg>
        <pc:spChg chg="del mod">
          <ac:chgData name="Guest User" userId="" providerId="Windows Live" clId="Web-{1A45A461-2B61-F922-A51C-23288991F541}" dt="2026-04-06T20:39:13.294" v="236"/>
          <ac:spMkLst>
            <pc:docMk/>
            <pc:sldMk cId="3112637108" sldId="265"/>
            <ac:spMk id="4" creationId="{D270D3E2-3872-821A-A6CC-D538B4A5B8B3}"/>
          </ac:spMkLst>
        </pc:spChg>
        <pc:graphicFrameChg chg="add mod modGraphic">
          <ac:chgData name="Guest User" userId="" providerId="Windows Live" clId="Web-{1A45A461-2B61-F922-A51C-23288991F541}" dt="2026-04-06T21:10:44.062" v="403"/>
          <ac:graphicFrameMkLst>
            <pc:docMk/>
            <pc:sldMk cId="3112637108" sldId="265"/>
            <ac:graphicFrameMk id="6" creationId="{1C26C42D-B6B1-6CD2-5EC1-FA5AA7F84E7C}"/>
          </ac:graphicFrameMkLst>
        </pc:graphicFrameChg>
      </pc:sldChg>
      <pc:sldChg chg="modSp">
        <pc:chgData name="Guest User" userId="" providerId="Windows Live" clId="Web-{1A45A461-2B61-F922-A51C-23288991F541}" dt="2026-04-06T20:38:49.653" v="234" actId="20577"/>
        <pc:sldMkLst>
          <pc:docMk/>
          <pc:sldMk cId="4201922090" sldId="266"/>
        </pc:sldMkLst>
        <pc:spChg chg="mod">
          <ac:chgData name="Guest User" userId="" providerId="Windows Live" clId="Web-{1A45A461-2B61-F922-A51C-23288991F541}" dt="2026-04-06T20:38:49.653" v="234" actId="20577"/>
          <ac:spMkLst>
            <pc:docMk/>
            <pc:sldMk cId="4201922090" sldId="266"/>
            <ac:spMk id="2" creationId="{77D0B7ED-DB48-3961-9A22-9285F55C5016}"/>
          </ac:spMkLst>
        </pc:spChg>
      </pc:sldChg>
    </pc:docChg>
  </pc:docChgLst>
  <pc:docChgLst>
    <pc:chgData name="Funwi Kelsea" userId="a4b742bd662ca32b" providerId="Windows Live" clId="Web-{62CE872A-2D7F-F975-991C-E7FD09EDDB1E}"/>
    <pc:docChg chg="addSld delSld modSld sldOrd">
      <pc:chgData name="Funwi Kelsea" userId="a4b742bd662ca32b" providerId="Windows Live" clId="Web-{62CE872A-2D7F-F975-991C-E7FD09EDDB1E}" dt="2026-04-06T21:19:42.104" v="306" actId="20577"/>
      <pc:docMkLst>
        <pc:docMk/>
      </pc:docMkLst>
      <pc:sldChg chg="modSp">
        <pc:chgData name="Funwi Kelsea" userId="a4b742bd662ca32b" providerId="Windows Live" clId="Web-{62CE872A-2D7F-F975-991C-E7FD09EDDB1E}" dt="2026-04-06T21:10:37.473" v="220" actId="14100"/>
        <pc:sldMkLst>
          <pc:docMk/>
          <pc:sldMk cId="3946934594" sldId="256"/>
        </pc:sldMkLst>
        <pc:spChg chg="mod">
          <ac:chgData name="Funwi Kelsea" userId="a4b742bd662ca32b" providerId="Windows Live" clId="Web-{62CE872A-2D7F-F975-991C-E7FD09EDDB1E}" dt="2026-04-06T21:10:37.473" v="220" actId="14100"/>
          <ac:spMkLst>
            <pc:docMk/>
            <pc:sldMk cId="3946934594" sldId="256"/>
            <ac:spMk id="9" creationId="{8444E71D-559E-6807-6DDB-E22A80A6DAB2}"/>
          </ac:spMkLst>
        </pc:spChg>
      </pc:sldChg>
      <pc:sldChg chg="modSp">
        <pc:chgData name="Funwi Kelsea" userId="a4b742bd662ca32b" providerId="Windows Live" clId="Web-{62CE872A-2D7F-F975-991C-E7FD09EDDB1E}" dt="2026-04-06T21:13:36.758" v="285" actId="20577"/>
        <pc:sldMkLst>
          <pc:docMk/>
          <pc:sldMk cId="2902794312" sldId="257"/>
        </pc:sldMkLst>
        <pc:spChg chg="mod">
          <ac:chgData name="Funwi Kelsea" userId="a4b742bd662ca32b" providerId="Windows Live" clId="Web-{62CE872A-2D7F-F975-991C-E7FD09EDDB1E}" dt="2026-04-06T21:13:36.758" v="285" actId="20577"/>
          <ac:spMkLst>
            <pc:docMk/>
            <pc:sldMk cId="2902794312" sldId="257"/>
            <ac:spMk id="4" creationId="{E3BD8413-C238-49D7-A4E1-E8FEF1811A0E}"/>
          </ac:spMkLst>
        </pc:spChg>
        <pc:spChg chg="mod">
          <ac:chgData name="Funwi Kelsea" userId="a4b742bd662ca32b" providerId="Windows Live" clId="Web-{62CE872A-2D7F-F975-991C-E7FD09EDDB1E}" dt="2026-04-06T21:12:30.398" v="273" actId="20577"/>
          <ac:spMkLst>
            <pc:docMk/>
            <pc:sldMk cId="2902794312" sldId="257"/>
            <ac:spMk id="5" creationId="{0A95F4DE-39B7-4CE2-BC1E-8B8AE662A895}"/>
          </ac:spMkLst>
        </pc:spChg>
        <pc:spChg chg="mod">
          <ac:chgData name="Funwi Kelsea" userId="a4b742bd662ca32b" providerId="Windows Live" clId="Web-{62CE872A-2D7F-F975-991C-E7FD09EDDB1E}" dt="2026-04-06T21:11:30.912" v="244" actId="1076"/>
          <ac:spMkLst>
            <pc:docMk/>
            <pc:sldMk cId="2902794312" sldId="257"/>
            <ac:spMk id="8" creationId="{292B59C4-402A-1FC0-5A3D-D195CC7649A4}"/>
          </ac:spMkLst>
        </pc:spChg>
      </pc:sldChg>
      <pc:sldChg chg="modSp">
        <pc:chgData name="Funwi Kelsea" userId="a4b742bd662ca32b" providerId="Windows Live" clId="Web-{62CE872A-2D7F-F975-991C-E7FD09EDDB1E}" dt="2026-04-06T21:12:51.867" v="283" actId="20577"/>
        <pc:sldMkLst>
          <pc:docMk/>
          <pc:sldMk cId="3733486012" sldId="258"/>
        </pc:sldMkLst>
        <pc:spChg chg="mod">
          <ac:chgData name="Funwi Kelsea" userId="a4b742bd662ca32b" providerId="Windows Live" clId="Web-{62CE872A-2D7F-F975-991C-E7FD09EDDB1E}" dt="2026-04-06T21:12:51.867" v="283" actId="20577"/>
          <ac:spMkLst>
            <pc:docMk/>
            <pc:sldMk cId="3733486012" sldId="258"/>
            <ac:spMk id="3" creationId="{2AC141D2-FEB6-6157-0178-F71C02FA665D}"/>
          </ac:spMkLst>
        </pc:spChg>
        <pc:spChg chg="mod">
          <ac:chgData name="Funwi Kelsea" userId="a4b742bd662ca32b" providerId="Windows Live" clId="Web-{62CE872A-2D7F-F975-991C-E7FD09EDDB1E}" dt="2026-04-06T21:10:11.910" v="210" actId="20577"/>
          <ac:spMkLst>
            <pc:docMk/>
            <pc:sldMk cId="3733486012" sldId="258"/>
            <ac:spMk id="10" creationId="{EF2BC084-E6DB-4DE7-B309-042A85EBA700}"/>
          </ac:spMkLst>
        </pc:spChg>
      </pc:sldChg>
      <pc:sldChg chg="del">
        <pc:chgData name="Funwi Kelsea" userId="a4b742bd662ca32b" providerId="Windows Live" clId="Web-{62CE872A-2D7F-F975-991C-E7FD09EDDB1E}" dt="2026-04-06T21:08:47.202" v="204"/>
        <pc:sldMkLst>
          <pc:docMk/>
          <pc:sldMk cId="709828751" sldId="260"/>
        </pc:sldMkLst>
      </pc:sldChg>
      <pc:sldChg chg="addSp modSp">
        <pc:chgData name="Funwi Kelsea" userId="a4b742bd662ca32b" providerId="Windows Live" clId="Web-{62CE872A-2D7F-F975-991C-E7FD09EDDB1E}" dt="2026-04-06T21:03:34.921" v="194" actId="20577"/>
        <pc:sldMkLst>
          <pc:docMk/>
          <pc:sldMk cId="3607270498" sldId="261"/>
        </pc:sldMkLst>
        <pc:spChg chg="mod">
          <ac:chgData name="Funwi Kelsea" userId="a4b742bd662ca32b" providerId="Windows Live" clId="Web-{62CE872A-2D7F-F975-991C-E7FD09EDDB1E}" dt="2026-04-06T21:00:32.432" v="85" actId="14100"/>
          <ac:spMkLst>
            <pc:docMk/>
            <pc:sldMk cId="3607270498" sldId="261"/>
            <ac:spMk id="2" creationId="{520FC4EE-F318-4344-9E3C-B950ADB63865}"/>
          </ac:spMkLst>
        </pc:spChg>
        <pc:spChg chg="mod">
          <ac:chgData name="Funwi Kelsea" userId="a4b742bd662ca32b" providerId="Windows Live" clId="Web-{62CE872A-2D7F-F975-991C-E7FD09EDDB1E}" dt="2026-04-06T21:01:31.324" v="103" actId="20577"/>
          <ac:spMkLst>
            <pc:docMk/>
            <pc:sldMk cId="3607270498" sldId="261"/>
            <ac:spMk id="4" creationId="{315E3981-F0D7-482C-A8E0-6A57700BECA7}"/>
          </ac:spMkLst>
        </pc:spChg>
        <pc:spChg chg="mod">
          <ac:chgData name="Funwi Kelsea" userId="a4b742bd662ca32b" providerId="Windows Live" clId="Web-{62CE872A-2D7F-F975-991C-E7FD09EDDB1E}" dt="2026-04-06T21:00:52.089" v="88" actId="1076"/>
          <ac:spMkLst>
            <pc:docMk/>
            <pc:sldMk cId="3607270498" sldId="261"/>
            <ac:spMk id="7" creationId="{B74126B4-1E6C-4FFF-9282-40E18A85A07F}"/>
          </ac:spMkLst>
        </pc:spChg>
        <pc:spChg chg="add mod">
          <ac:chgData name="Funwi Kelsea" userId="a4b742bd662ca32b" providerId="Windows Live" clId="Web-{62CE872A-2D7F-F975-991C-E7FD09EDDB1E}" dt="2026-04-06T21:00:25.245" v="84" actId="1076"/>
          <ac:spMkLst>
            <pc:docMk/>
            <pc:sldMk cId="3607270498" sldId="261"/>
            <ac:spMk id="9" creationId="{6194E170-7B56-ACC1-AA26-6E3BF46C45F0}"/>
          </ac:spMkLst>
        </pc:spChg>
        <pc:spChg chg="add mod">
          <ac:chgData name="Funwi Kelsea" userId="a4b742bd662ca32b" providerId="Windows Live" clId="Web-{62CE872A-2D7F-F975-991C-E7FD09EDDB1E}" dt="2026-04-06T21:03:34.921" v="194" actId="20577"/>
          <ac:spMkLst>
            <pc:docMk/>
            <pc:sldMk cId="3607270498" sldId="261"/>
            <ac:spMk id="10" creationId="{56DB35B2-9F41-CED6-7BFF-1F20B515D218}"/>
          </ac:spMkLst>
        </pc:spChg>
      </pc:sldChg>
      <pc:sldChg chg="modSp del">
        <pc:chgData name="Funwi Kelsea" userId="a4b742bd662ca32b" providerId="Windows Live" clId="Web-{62CE872A-2D7F-F975-991C-E7FD09EDDB1E}" dt="2026-04-06T21:01:14.855" v="90"/>
        <pc:sldMkLst>
          <pc:docMk/>
          <pc:sldMk cId="3892131414" sldId="262"/>
        </pc:sldMkLst>
        <pc:spChg chg="mod">
          <ac:chgData name="Funwi Kelsea" userId="a4b742bd662ca32b" providerId="Windows Live" clId="Web-{62CE872A-2D7F-F975-991C-E7FD09EDDB1E}" dt="2026-04-06T21:01:09.323" v="89" actId="20577"/>
          <ac:spMkLst>
            <pc:docMk/>
            <pc:sldMk cId="3892131414" sldId="262"/>
            <ac:spMk id="34" creationId="{4A654DAB-8ECA-DA54-0C94-5926442E49E0}"/>
          </ac:spMkLst>
        </pc:spChg>
      </pc:sldChg>
      <pc:sldChg chg="modSp">
        <pc:chgData name="Funwi Kelsea" userId="a4b742bd662ca32b" providerId="Windows Live" clId="Web-{62CE872A-2D7F-F975-991C-E7FD09EDDB1E}" dt="2026-04-06T20:44:35.934" v="12" actId="20577"/>
        <pc:sldMkLst>
          <pc:docMk/>
          <pc:sldMk cId="3626490682" sldId="263"/>
        </pc:sldMkLst>
        <pc:spChg chg="mod">
          <ac:chgData name="Funwi Kelsea" userId="a4b742bd662ca32b" providerId="Windows Live" clId="Web-{62CE872A-2D7F-F975-991C-E7FD09EDDB1E}" dt="2026-04-06T20:44:07.262" v="5" actId="20577"/>
          <ac:spMkLst>
            <pc:docMk/>
            <pc:sldMk cId="3626490682" sldId="263"/>
            <ac:spMk id="2" creationId="{51348BA5-1584-F84E-2736-19E9659CCBDF}"/>
          </ac:spMkLst>
        </pc:spChg>
        <pc:spChg chg="mod">
          <ac:chgData name="Funwi Kelsea" userId="a4b742bd662ca32b" providerId="Windows Live" clId="Web-{62CE872A-2D7F-F975-991C-E7FD09EDDB1E}" dt="2026-04-06T20:44:35.934" v="12" actId="20577"/>
          <ac:spMkLst>
            <pc:docMk/>
            <pc:sldMk cId="3626490682" sldId="263"/>
            <ac:spMk id="4" creationId="{0C4045AE-80EC-6677-1C76-45869F186E5E}"/>
          </ac:spMkLst>
        </pc:spChg>
      </pc:sldChg>
      <pc:sldChg chg="ord">
        <pc:chgData name="Funwi Kelsea" userId="a4b742bd662ca32b" providerId="Windows Live" clId="Web-{62CE872A-2D7F-F975-991C-E7FD09EDDB1E}" dt="2026-04-06T21:13:20.274" v="284"/>
        <pc:sldMkLst>
          <pc:docMk/>
          <pc:sldMk cId="2834416146" sldId="264"/>
        </pc:sldMkLst>
      </pc:sldChg>
      <pc:sldChg chg="modSp new">
        <pc:chgData name="Funwi Kelsea" userId="a4b742bd662ca32b" providerId="Windows Live" clId="Web-{62CE872A-2D7F-F975-991C-E7FD09EDDB1E}" dt="2026-04-06T20:53:41.718" v="25" actId="20577"/>
        <pc:sldMkLst>
          <pc:docMk/>
          <pc:sldMk cId="1133137305" sldId="267"/>
        </pc:sldMkLst>
        <pc:spChg chg="mod">
          <ac:chgData name="Funwi Kelsea" userId="a4b742bd662ca32b" providerId="Windows Live" clId="Web-{62CE872A-2D7F-F975-991C-E7FD09EDDB1E}" dt="2026-04-06T20:53:05.234" v="16" actId="20577"/>
          <ac:spMkLst>
            <pc:docMk/>
            <pc:sldMk cId="1133137305" sldId="267"/>
            <ac:spMk id="2" creationId="{B170ADED-37EE-C4FF-50A1-B14374238D37}"/>
          </ac:spMkLst>
        </pc:spChg>
        <pc:spChg chg="mod">
          <ac:chgData name="Funwi Kelsea" userId="a4b742bd662ca32b" providerId="Windows Live" clId="Web-{62CE872A-2D7F-F975-991C-E7FD09EDDB1E}" dt="2026-04-06T20:53:41.718" v="25" actId="20577"/>
          <ac:spMkLst>
            <pc:docMk/>
            <pc:sldMk cId="1133137305" sldId="267"/>
            <ac:spMk id="4" creationId="{B8FD5EE2-2259-4CB2-1BF6-A3228B2B47D9}"/>
          </ac:spMkLst>
        </pc:spChg>
      </pc:sldChg>
      <pc:sldChg chg="modSp new">
        <pc:chgData name="Funwi Kelsea" userId="a4b742bd662ca32b" providerId="Windows Live" clId="Web-{62CE872A-2D7F-F975-991C-E7FD09EDDB1E}" dt="2026-04-06T20:58:01.273" v="46" actId="20577"/>
        <pc:sldMkLst>
          <pc:docMk/>
          <pc:sldMk cId="3543692863" sldId="268"/>
        </pc:sldMkLst>
        <pc:spChg chg="mod">
          <ac:chgData name="Funwi Kelsea" userId="a4b742bd662ca32b" providerId="Windows Live" clId="Web-{62CE872A-2D7F-F975-991C-E7FD09EDDB1E}" dt="2026-04-06T20:57:16.445" v="31" actId="20577"/>
          <ac:spMkLst>
            <pc:docMk/>
            <pc:sldMk cId="3543692863" sldId="268"/>
            <ac:spMk id="2" creationId="{B3EA3691-21C2-7345-4D12-5EE8015B735F}"/>
          </ac:spMkLst>
        </pc:spChg>
        <pc:spChg chg="mod">
          <ac:chgData name="Funwi Kelsea" userId="a4b742bd662ca32b" providerId="Windows Live" clId="Web-{62CE872A-2D7F-F975-991C-E7FD09EDDB1E}" dt="2026-04-06T20:58:01.273" v="46" actId="20577"/>
          <ac:spMkLst>
            <pc:docMk/>
            <pc:sldMk cId="3543692863" sldId="268"/>
            <ac:spMk id="4" creationId="{BC3C7601-E598-D895-A67B-BCE070B77069}"/>
          </ac:spMkLst>
        </pc:spChg>
      </pc:sldChg>
      <pc:sldChg chg="modSp new">
        <pc:chgData name="Funwi Kelsea" userId="a4b742bd662ca32b" providerId="Windows Live" clId="Web-{62CE872A-2D7F-F975-991C-E7FD09EDDB1E}" dt="2026-04-06T21:19:42.104" v="306" actId="20577"/>
        <pc:sldMkLst>
          <pc:docMk/>
          <pc:sldMk cId="1357249329" sldId="269"/>
        </pc:sldMkLst>
        <pc:spChg chg="mod">
          <ac:chgData name="Funwi Kelsea" userId="a4b742bd662ca32b" providerId="Windows Live" clId="Web-{62CE872A-2D7F-F975-991C-E7FD09EDDB1E}" dt="2026-04-06T21:18:16.073" v="292" actId="20577"/>
          <ac:spMkLst>
            <pc:docMk/>
            <pc:sldMk cId="1357249329" sldId="269"/>
            <ac:spMk id="2" creationId="{954F6758-C92E-6908-58B2-CD2D88CAE5CD}"/>
          </ac:spMkLst>
        </pc:spChg>
        <pc:spChg chg="mod">
          <ac:chgData name="Funwi Kelsea" userId="a4b742bd662ca32b" providerId="Windows Live" clId="Web-{62CE872A-2D7F-F975-991C-E7FD09EDDB1E}" dt="2026-04-06T21:19:42.104" v="306" actId="20577"/>
          <ac:spMkLst>
            <pc:docMk/>
            <pc:sldMk cId="1357249329" sldId="269"/>
            <ac:spMk id="4" creationId="{2CA8E04D-525E-1338-F666-D78D99B23BC7}"/>
          </ac:spMkLst>
        </pc:spChg>
      </pc:sldChg>
      <pc:sldChg chg="new del">
        <pc:chgData name="Funwi Kelsea" userId="a4b742bd662ca32b" providerId="Windows Live" clId="Web-{62CE872A-2D7F-F975-991C-E7FD09EDDB1E}" dt="2026-04-06T21:09:09.453" v="205"/>
        <pc:sldMkLst>
          <pc:docMk/>
          <pc:sldMk cId="1637416764" sldId="269"/>
        </pc:sldMkLst>
      </pc:sldChg>
      <pc:sldChg chg="new del">
        <pc:chgData name="Funwi Kelsea" userId="a4b742bd662ca32b" providerId="Windows Live" clId="Web-{62CE872A-2D7F-F975-991C-E7FD09EDDB1E}" dt="2026-04-06T21:09:12.860" v="206"/>
        <pc:sldMkLst>
          <pc:docMk/>
          <pc:sldMk cId="2389344429" sldId="270"/>
        </pc:sldMkLst>
      </pc:sldChg>
    </pc:docChg>
  </pc:docChgLst>
  <pc:docChgLst>
    <pc:chgData name="Utilisateur invité" providerId="Windows Live" clId="Web-{66E0B756-2851-7103-45BF-6795315BBB0E}"/>
    <pc:docChg chg="delSld modSld">
      <pc:chgData name="Utilisateur invité" userId="" providerId="Windows Live" clId="Web-{66E0B756-2851-7103-45BF-6795315BBB0E}" dt="2026-04-07T09:57:42.780" v="5" actId="1076"/>
      <pc:docMkLst>
        <pc:docMk/>
      </pc:docMkLst>
      <pc:sldChg chg="modSp">
        <pc:chgData name="Utilisateur invité" userId="" providerId="Windows Live" clId="Web-{66E0B756-2851-7103-45BF-6795315BBB0E}" dt="2026-04-07T09:57:42.780" v="5" actId="1076"/>
        <pc:sldMkLst>
          <pc:docMk/>
          <pc:sldMk cId="3607270498" sldId="261"/>
        </pc:sldMkLst>
        <pc:spChg chg="mod">
          <ac:chgData name="Utilisateur invité" userId="" providerId="Windows Live" clId="Web-{66E0B756-2851-7103-45BF-6795315BBB0E}" dt="2026-04-07T09:57:42.780" v="5" actId="1076"/>
          <ac:spMkLst>
            <pc:docMk/>
            <pc:sldMk cId="3607270498" sldId="261"/>
            <ac:spMk id="4" creationId="{315E3981-F0D7-482C-A8E0-6A57700BECA7}"/>
          </ac:spMkLst>
        </pc:spChg>
      </pc:sldChg>
      <pc:sldChg chg="delSp">
        <pc:chgData name="Utilisateur invité" userId="" providerId="Windows Live" clId="Web-{66E0B756-2851-7103-45BF-6795315BBB0E}" dt="2026-04-07T09:56:04.139" v="3"/>
        <pc:sldMkLst>
          <pc:docMk/>
          <pc:sldMk cId="3543692863" sldId="268"/>
        </pc:sldMkLst>
        <pc:spChg chg="del">
          <ac:chgData name="Utilisateur invité" userId="" providerId="Windows Live" clId="Web-{66E0B756-2851-7103-45BF-6795315BBB0E}" dt="2026-04-07T09:56:04.139" v="3"/>
          <ac:spMkLst>
            <pc:docMk/>
            <pc:sldMk cId="3543692863" sldId="268"/>
            <ac:spMk id="7" creationId="{E6D86EC3-0D1A-539D-6CA0-23DBC948B536}"/>
          </ac:spMkLst>
        </pc:spChg>
      </pc:sldChg>
      <pc:sldChg chg="del">
        <pc:chgData name="Utilisateur invité" userId="" providerId="Windows Live" clId="Web-{66E0B756-2851-7103-45BF-6795315BBB0E}" dt="2026-04-07T09:56:13.373" v="4"/>
        <pc:sldMkLst>
          <pc:docMk/>
          <pc:sldMk cId="3486643960" sldId="275"/>
        </pc:sldMkLst>
      </pc:sldChg>
    </pc:docChg>
  </pc:docChgLst>
  <pc:docChgLst>
    <pc:chgData name="Guest User" providerId="Windows Live" clId="Web-{268E14F3-B951-7C3E-1D88-AA782DFAB165}"/>
    <pc:docChg chg="delSld modSld">
      <pc:chgData name="Guest User" userId="" providerId="Windows Live" clId="Web-{268E14F3-B951-7C3E-1D88-AA782DFAB165}" dt="2026-04-06T19:51:21.212" v="42" actId="20577"/>
      <pc:docMkLst>
        <pc:docMk/>
      </pc:docMkLst>
      <pc:sldChg chg="addSp delSp modSp">
        <pc:chgData name="Guest User" userId="" providerId="Windows Live" clId="Web-{268E14F3-B951-7C3E-1D88-AA782DFAB165}" dt="2026-04-06T19:51:21.212" v="42" actId="20577"/>
        <pc:sldMkLst>
          <pc:docMk/>
          <pc:sldMk cId="3946934594" sldId="256"/>
        </pc:sldMkLst>
        <pc:spChg chg="mod">
          <ac:chgData name="Guest User" userId="" providerId="Windows Live" clId="Web-{268E14F3-B951-7C3E-1D88-AA782DFAB165}" dt="2026-04-06T19:50:25.132" v="14" actId="1076"/>
          <ac:spMkLst>
            <pc:docMk/>
            <pc:sldMk cId="3946934594" sldId="256"/>
            <ac:spMk id="2" creationId="{632BE5BF-9922-45FB-8F3F-4446D40A051B}"/>
          </ac:spMkLst>
        </pc:spChg>
        <pc:spChg chg="add del mod">
          <ac:chgData name="Guest User" userId="" providerId="Windows Live" clId="Web-{268E14F3-B951-7C3E-1D88-AA782DFAB165}" dt="2026-04-06T19:51:13.056" v="36"/>
          <ac:spMkLst>
            <pc:docMk/>
            <pc:sldMk cId="3946934594" sldId="256"/>
            <ac:spMk id="5" creationId="{E51CD645-E851-8539-2159-6C033A0A4B3E}"/>
          </ac:spMkLst>
        </pc:spChg>
        <pc:spChg chg="mod">
          <ac:chgData name="Guest User" userId="" providerId="Windows Live" clId="Web-{268E14F3-B951-7C3E-1D88-AA782DFAB165}" dt="2026-04-06T19:51:21.212" v="42" actId="20577"/>
          <ac:spMkLst>
            <pc:docMk/>
            <pc:sldMk cId="3946934594" sldId="256"/>
            <ac:spMk id="9" creationId="{8444E71D-559E-6807-6DDB-E22A80A6DAB2}"/>
          </ac:spMkLst>
        </pc:spChg>
        <pc:spChg chg="del mod">
          <ac:chgData name="Guest User" userId="" providerId="Windows Live" clId="Web-{268E14F3-B951-7C3E-1D88-AA782DFAB165}" dt="2026-04-06T19:50:56.899" v="31"/>
          <ac:spMkLst>
            <pc:docMk/>
            <pc:sldMk cId="3946934594" sldId="256"/>
            <ac:spMk id="13" creationId="{749803C4-F845-EC4A-A4B4-F41E026EBC39}"/>
          </ac:spMkLst>
        </pc:spChg>
      </pc:sldChg>
      <pc:sldChg chg="del">
        <pc:chgData name="Guest User" userId="" providerId="Windows Live" clId="Web-{268E14F3-B951-7C3E-1D88-AA782DFAB165}" dt="2026-04-06T19:48:28.470" v="5"/>
        <pc:sldMkLst>
          <pc:docMk/>
          <pc:sldMk cId="663103393" sldId="264"/>
        </pc:sldMkLst>
      </pc:sldChg>
      <pc:sldChg chg="del">
        <pc:chgData name="Guest User" userId="" providerId="Windows Live" clId="Web-{268E14F3-B951-7C3E-1D88-AA782DFAB165}" dt="2026-04-06T19:48:25.861" v="4"/>
        <pc:sldMkLst>
          <pc:docMk/>
          <pc:sldMk cId="1065425595" sldId="266"/>
        </pc:sldMkLst>
      </pc:sldChg>
      <pc:sldChg chg="del">
        <pc:chgData name="Guest User" userId="" providerId="Windows Live" clId="Web-{268E14F3-B951-7C3E-1D88-AA782DFAB165}" dt="2026-04-06T19:48:19.641" v="1"/>
        <pc:sldMkLst>
          <pc:docMk/>
          <pc:sldMk cId="914134537" sldId="267"/>
        </pc:sldMkLst>
      </pc:sldChg>
      <pc:sldChg chg="del">
        <pc:chgData name="Guest User" userId="" providerId="Windows Live" clId="Web-{268E14F3-B951-7C3E-1D88-AA782DFAB165}" dt="2026-04-06T19:48:16.938" v="0"/>
        <pc:sldMkLst>
          <pc:docMk/>
          <pc:sldMk cId="44069682" sldId="268"/>
        </pc:sldMkLst>
      </pc:sldChg>
      <pc:sldChg chg="del">
        <pc:chgData name="Guest User" userId="" providerId="Windows Live" clId="Web-{268E14F3-B951-7C3E-1D88-AA782DFAB165}" dt="2026-04-06T19:48:21.470" v="2"/>
        <pc:sldMkLst>
          <pc:docMk/>
          <pc:sldMk cId="429771863" sldId="269"/>
        </pc:sldMkLst>
      </pc:sldChg>
      <pc:sldChg chg="del">
        <pc:chgData name="Guest User" userId="" providerId="Windows Live" clId="Web-{268E14F3-B951-7C3E-1D88-AA782DFAB165}" dt="2026-04-06T19:48:31.361" v="6"/>
        <pc:sldMkLst>
          <pc:docMk/>
          <pc:sldMk cId="451187730" sldId="283"/>
        </pc:sldMkLst>
      </pc:sldChg>
      <pc:sldChg chg="del">
        <pc:chgData name="Guest User" userId="" providerId="Windows Live" clId="Web-{268E14F3-B951-7C3E-1D88-AA782DFAB165}" dt="2026-04-06T19:48:23.954" v="3"/>
        <pc:sldMkLst>
          <pc:docMk/>
          <pc:sldMk cId="3322300142" sldId="284"/>
        </pc:sldMkLst>
      </pc:sldChg>
      <pc:sldChg chg="del">
        <pc:chgData name="Guest User" userId="" providerId="Windows Live" clId="Web-{268E14F3-B951-7C3E-1D88-AA782DFAB165}" dt="2026-04-06T19:48:35.971" v="7"/>
        <pc:sldMkLst>
          <pc:docMk/>
          <pc:sldMk cId="59582380" sldId="285"/>
        </pc:sldMkLst>
      </pc:sldChg>
    </pc:docChg>
  </pc:docChgLst>
  <pc:docChgLst>
    <pc:chgData name="Utilisateur invité" providerId="Windows Live" clId="Web-{B2627871-A4ED-C176-B78F-5A532305EA41}"/>
    <pc:docChg chg="addSld delSld modSld sldOrd">
      <pc:chgData name="Utilisateur invité" userId="" providerId="Windows Live" clId="Web-{B2627871-A4ED-C176-B78F-5A532305EA41}" dt="2026-04-07T09:43:51.720" v="291"/>
      <pc:docMkLst>
        <pc:docMk/>
      </pc:docMkLst>
      <pc:sldChg chg="modSp">
        <pc:chgData name="Utilisateur invité" userId="" providerId="Windows Live" clId="Web-{B2627871-A4ED-C176-B78F-5A532305EA41}" dt="2026-04-07T09:32:29.361" v="160" actId="1076"/>
        <pc:sldMkLst>
          <pc:docMk/>
          <pc:sldMk cId="3607270498" sldId="261"/>
        </pc:sldMkLst>
        <pc:spChg chg="mod">
          <ac:chgData name="Utilisateur invité" userId="" providerId="Windows Live" clId="Web-{B2627871-A4ED-C176-B78F-5A532305EA41}" dt="2026-04-07T09:32:29.361" v="160" actId="1076"/>
          <ac:spMkLst>
            <pc:docMk/>
            <pc:sldMk cId="3607270498" sldId="261"/>
            <ac:spMk id="4" creationId="{315E3981-F0D7-482C-A8E0-6A57700BECA7}"/>
          </ac:spMkLst>
        </pc:spChg>
        <pc:spChg chg="mod">
          <ac:chgData name="Utilisateur invité" userId="" providerId="Windows Live" clId="Web-{B2627871-A4ED-C176-B78F-5A532305EA41}" dt="2026-04-07T08:57:55.872" v="5" actId="20577"/>
          <ac:spMkLst>
            <pc:docMk/>
            <pc:sldMk cId="3607270498" sldId="261"/>
            <ac:spMk id="10" creationId="{56DB35B2-9F41-CED6-7BFF-1F20B515D218}"/>
          </ac:spMkLst>
        </pc:spChg>
      </pc:sldChg>
      <pc:sldChg chg="ord">
        <pc:chgData name="Utilisateur invité" userId="" providerId="Windows Live" clId="Web-{B2627871-A4ED-C176-B78F-5A532305EA41}" dt="2026-04-07T09:43:51.720" v="291"/>
        <pc:sldMkLst>
          <pc:docMk/>
          <pc:sldMk cId="2834416146" sldId="264"/>
        </pc:sldMkLst>
      </pc:sldChg>
      <pc:sldChg chg="ord">
        <pc:chgData name="Utilisateur invité" userId="" providerId="Windows Live" clId="Web-{B2627871-A4ED-C176-B78F-5A532305EA41}" dt="2026-04-07T09:35:33.239" v="162"/>
        <pc:sldMkLst>
          <pc:docMk/>
          <pc:sldMk cId="3112637108" sldId="265"/>
        </pc:sldMkLst>
      </pc:sldChg>
      <pc:sldChg chg="addSp delSp modSp">
        <pc:chgData name="Utilisateur invité" userId="" providerId="Windows Live" clId="Web-{B2627871-A4ED-C176-B78F-5A532305EA41}" dt="2026-04-07T09:43:32.969" v="290" actId="20577"/>
        <pc:sldMkLst>
          <pc:docMk/>
          <pc:sldMk cId="4201922090" sldId="266"/>
        </pc:sldMkLst>
        <pc:spChg chg="mod">
          <ac:chgData name="Utilisateur invité" userId="" providerId="Windows Live" clId="Web-{B2627871-A4ED-C176-B78F-5A532305EA41}" dt="2026-04-07T09:43:32.969" v="290" actId="20577"/>
          <ac:spMkLst>
            <pc:docMk/>
            <pc:sldMk cId="4201922090" sldId="266"/>
            <ac:spMk id="2" creationId="{77D0B7ED-DB48-3961-9A22-9285F55C5016}"/>
          </ac:spMkLst>
        </pc:spChg>
        <pc:spChg chg="mod">
          <ac:chgData name="Utilisateur invité" userId="" providerId="Windows Live" clId="Web-{B2627871-A4ED-C176-B78F-5A532305EA41}" dt="2026-04-07T09:39:58.117" v="205" actId="1076"/>
          <ac:spMkLst>
            <pc:docMk/>
            <pc:sldMk cId="4201922090" sldId="266"/>
            <ac:spMk id="4" creationId="{FB4C7486-EDF7-83FD-C539-F0567FA8EED4}"/>
          </ac:spMkLst>
        </pc:spChg>
        <pc:spChg chg="add del mod">
          <ac:chgData name="Utilisateur invité" userId="" providerId="Windows Live" clId="Web-{B2627871-A4ED-C176-B78F-5A532305EA41}" dt="2026-04-07T09:40:59.070" v="214"/>
          <ac:spMkLst>
            <pc:docMk/>
            <pc:sldMk cId="4201922090" sldId="266"/>
            <ac:spMk id="6" creationId="{A822AC34-1F59-AA8E-5771-8D4E37D17850}"/>
          </ac:spMkLst>
        </pc:spChg>
        <pc:spChg chg="add mod">
          <ac:chgData name="Utilisateur invité" userId="" providerId="Windows Live" clId="Web-{B2627871-A4ED-C176-B78F-5A532305EA41}" dt="2026-04-07T09:43:20.750" v="286" actId="1076"/>
          <ac:spMkLst>
            <pc:docMk/>
            <pc:sldMk cId="4201922090" sldId="266"/>
            <ac:spMk id="7" creationId="{AA70DF1F-4675-6104-6DEE-9812D06E0321}"/>
          </ac:spMkLst>
        </pc:spChg>
        <pc:picChg chg="add mod">
          <ac:chgData name="Utilisateur invité" userId="" providerId="Windows Live" clId="Web-{B2627871-A4ED-C176-B78F-5A532305EA41}" dt="2026-04-07T09:37:54.709" v="176" actId="14100"/>
          <ac:picMkLst>
            <pc:docMk/>
            <pc:sldMk cId="4201922090" sldId="266"/>
            <ac:picMk id="5" creationId="{0E0C91B6-D246-0F54-5DC3-1176C46DC59D}"/>
          </ac:picMkLst>
        </pc:picChg>
      </pc:sldChg>
      <pc:sldChg chg="addSp delSp modSp">
        <pc:chgData name="Utilisateur invité" userId="" providerId="Windows Live" clId="Web-{B2627871-A4ED-C176-B78F-5A532305EA41}" dt="2026-04-07T09:30:55.437" v="155" actId="14100"/>
        <pc:sldMkLst>
          <pc:docMk/>
          <pc:sldMk cId="3543692863" sldId="268"/>
        </pc:sldMkLst>
        <pc:spChg chg="del mod">
          <ac:chgData name="Utilisateur invité" userId="" providerId="Windows Live" clId="Web-{B2627871-A4ED-C176-B78F-5A532305EA41}" dt="2026-04-07T09:27:41.089" v="140"/>
          <ac:spMkLst>
            <pc:docMk/>
            <pc:sldMk cId="3543692863" sldId="268"/>
            <ac:spMk id="2" creationId="{B3EA3691-21C2-7345-4D12-5EE8015B735F}"/>
          </ac:spMkLst>
        </pc:spChg>
        <pc:spChg chg="mod">
          <ac:chgData name="Utilisateur invité" userId="" providerId="Windows Live" clId="Web-{B2627871-A4ED-C176-B78F-5A532305EA41}" dt="2026-04-07T09:30:55.437" v="155" actId="14100"/>
          <ac:spMkLst>
            <pc:docMk/>
            <pc:sldMk cId="3543692863" sldId="268"/>
            <ac:spMk id="4" creationId="{BC3C7601-E598-D895-A67B-BCE070B77069}"/>
          </ac:spMkLst>
        </pc:spChg>
        <pc:spChg chg="add mod">
          <ac:chgData name="Utilisateur invité" userId="" providerId="Windows Live" clId="Web-{B2627871-A4ED-C176-B78F-5A532305EA41}" dt="2026-04-07T09:27:41.089" v="140"/>
          <ac:spMkLst>
            <pc:docMk/>
            <pc:sldMk cId="3543692863" sldId="268"/>
            <ac:spMk id="7" creationId="{E6D86EC3-0D1A-539D-6CA0-23DBC948B536}"/>
          </ac:spMkLst>
        </pc:spChg>
        <pc:picChg chg="add mod">
          <ac:chgData name="Utilisateur invité" userId="" providerId="Windows Live" clId="Web-{B2627871-A4ED-C176-B78F-5A532305EA41}" dt="2026-04-07T09:27:29.729" v="137" actId="14100"/>
          <ac:picMkLst>
            <pc:docMk/>
            <pc:sldMk cId="3543692863" sldId="268"/>
            <ac:picMk id="5" creationId="{4047D2BB-4002-B725-AB0A-9638AAB70935}"/>
          </ac:picMkLst>
        </pc:picChg>
      </pc:sldChg>
      <pc:sldChg chg="addSp delSp modSp new">
        <pc:chgData name="Utilisateur invité" userId="" providerId="Windows Live" clId="Web-{B2627871-A4ED-C176-B78F-5A532305EA41}" dt="2026-04-07T09:09:43.303" v="43" actId="20577"/>
        <pc:sldMkLst>
          <pc:docMk/>
          <pc:sldMk cId="1876291841" sldId="270"/>
        </pc:sldMkLst>
        <pc:spChg chg="mod">
          <ac:chgData name="Utilisateur invité" userId="" providerId="Windows Live" clId="Web-{B2627871-A4ED-C176-B78F-5A532305EA41}" dt="2026-04-07T09:05:06.239" v="30" actId="20577"/>
          <ac:spMkLst>
            <pc:docMk/>
            <pc:sldMk cId="1876291841" sldId="270"/>
            <ac:spMk id="2" creationId="{63F874BF-273A-4A36-CFA6-33ABE4B75CFD}"/>
          </ac:spMkLst>
        </pc:spChg>
        <pc:spChg chg="del">
          <ac:chgData name="Utilisateur invité" userId="" providerId="Windows Live" clId="Web-{B2627871-A4ED-C176-B78F-5A532305EA41}" dt="2026-04-07T09:08:12.646" v="31"/>
          <ac:spMkLst>
            <pc:docMk/>
            <pc:sldMk cId="1876291841" sldId="270"/>
            <ac:spMk id="4" creationId="{87C29C6E-AA69-CE2C-D1A9-B50F681B7BF3}"/>
          </ac:spMkLst>
        </pc:spChg>
        <pc:spChg chg="add mod">
          <ac:chgData name="Utilisateur invité" userId="" providerId="Windows Live" clId="Web-{B2627871-A4ED-C176-B78F-5A532305EA41}" dt="2026-04-07T09:09:43.303" v="43" actId="20577"/>
          <ac:spMkLst>
            <pc:docMk/>
            <pc:sldMk cId="1876291841" sldId="270"/>
            <ac:spMk id="7" creationId="{4BEBD420-9D40-29EB-BD25-37EAC916600A}"/>
          </ac:spMkLst>
        </pc:spChg>
        <pc:picChg chg="add mod ord">
          <ac:chgData name="Utilisateur invité" userId="" providerId="Windows Live" clId="Web-{B2627871-A4ED-C176-B78F-5A532305EA41}" dt="2026-04-07T09:08:19.724" v="32" actId="1076"/>
          <ac:picMkLst>
            <pc:docMk/>
            <pc:sldMk cId="1876291841" sldId="270"/>
            <ac:picMk id="5" creationId="{F3FEC0B7-FEB8-929E-804D-7B834F474816}"/>
          </ac:picMkLst>
        </pc:picChg>
        <pc:picChg chg="add mod modCrop">
          <ac:chgData name="Utilisateur invité" userId="" providerId="Windows Live" clId="Web-{B2627871-A4ED-C176-B78F-5A532305EA41}" dt="2026-04-07T09:09:14.428" v="37" actId="1076"/>
          <ac:picMkLst>
            <pc:docMk/>
            <pc:sldMk cId="1876291841" sldId="270"/>
            <ac:picMk id="6" creationId="{B7F5B3CD-479F-A2C0-A008-7931B6181FF5}"/>
          </ac:picMkLst>
        </pc:picChg>
      </pc:sldChg>
      <pc:sldChg chg="addSp delSp modSp new">
        <pc:chgData name="Utilisateur invité" userId="" providerId="Windows Live" clId="Web-{B2627871-A4ED-C176-B78F-5A532305EA41}" dt="2026-04-07T09:12:20.381" v="58"/>
        <pc:sldMkLst>
          <pc:docMk/>
          <pc:sldMk cId="3105874620" sldId="271"/>
        </pc:sldMkLst>
        <pc:spChg chg="mod">
          <ac:chgData name="Utilisateur invité" userId="" providerId="Windows Live" clId="Web-{B2627871-A4ED-C176-B78F-5A532305EA41}" dt="2026-04-07T09:12:13.866" v="57" actId="20577"/>
          <ac:spMkLst>
            <pc:docMk/>
            <pc:sldMk cId="3105874620" sldId="271"/>
            <ac:spMk id="2" creationId="{32F3C7B1-AFF6-428B-7AED-229463B314E0}"/>
          </ac:spMkLst>
        </pc:spChg>
        <pc:spChg chg="del">
          <ac:chgData name="Utilisateur invité" userId="" providerId="Windows Live" clId="Web-{B2627871-A4ED-C176-B78F-5A532305EA41}" dt="2026-04-07T09:12:20.381" v="58"/>
          <ac:spMkLst>
            <pc:docMk/>
            <pc:sldMk cId="3105874620" sldId="271"/>
            <ac:spMk id="4" creationId="{5AF1DB23-9751-4D91-7F4C-727699033A05}"/>
          </ac:spMkLst>
        </pc:spChg>
        <pc:picChg chg="add mod ord">
          <ac:chgData name="Utilisateur invité" userId="" providerId="Windows Live" clId="Web-{B2627871-A4ED-C176-B78F-5A532305EA41}" dt="2026-04-07T09:12:20.381" v="58"/>
          <ac:picMkLst>
            <pc:docMk/>
            <pc:sldMk cId="3105874620" sldId="271"/>
            <ac:picMk id="5" creationId="{419DDBE6-1030-BDC2-4518-573B4FB41FCB}"/>
          </ac:picMkLst>
        </pc:picChg>
      </pc:sldChg>
      <pc:sldChg chg="addSp delSp modSp new ord">
        <pc:chgData name="Utilisateur invité" userId="" providerId="Windows Live" clId="Web-{B2627871-A4ED-C176-B78F-5A532305EA41}" dt="2026-04-07T09:23:31.843" v="130" actId="20577"/>
        <pc:sldMkLst>
          <pc:docMk/>
          <pc:sldMk cId="2522936038" sldId="272"/>
        </pc:sldMkLst>
        <pc:spChg chg="mod">
          <ac:chgData name="Utilisateur invité" userId="" providerId="Windows Live" clId="Web-{B2627871-A4ED-C176-B78F-5A532305EA41}" dt="2026-04-07T09:16:34.360" v="73" actId="20577"/>
          <ac:spMkLst>
            <pc:docMk/>
            <pc:sldMk cId="2522936038" sldId="272"/>
            <ac:spMk id="2" creationId="{76BD4846-8A4F-EA06-9D97-8BF7BCA44628}"/>
          </ac:spMkLst>
        </pc:spChg>
        <pc:spChg chg="del">
          <ac:chgData name="Utilisateur invité" userId="" providerId="Windows Live" clId="Web-{B2627871-A4ED-C176-B78F-5A532305EA41}" dt="2026-04-07T09:16:10.466" v="65"/>
          <ac:spMkLst>
            <pc:docMk/>
            <pc:sldMk cId="2522936038" sldId="272"/>
            <ac:spMk id="4" creationId="{41FB704B-5E3C-720D-FE5B-3647AB6D0E1E}"/>
          </ac:spMkLst>
        </pc:spChg>
        <pc:spChg chg="add mod">
          <ac:chgData name="Utilisateur invité" userId="" providerId="Windows Live" clId="Web-{B2627871-A4ED-C176-B78F-5A532305EA41}" dt="2026-04-07T09:23:31.843" v="130" actId="20577"/>
          <ac:spMkLst>
            <pc:docMk/>
            <pc:sldMk cId="2522936038" sldId="272"/>
            <ac:spMk id="6" creationId="{76AF7CE6-D64A-7AFA-A473-472F696E7482}"/>
          </ac:spMkLst>
        </pc:spChg>
        <pc:picChg chg="add mod ord">
          <ac:chgData name="Utilisateur invité" userId="" providerId="Windows Live" clId="Web-{B2627871-A4ED-C176-B78F-5A532305EA41}" dt="2026-04-07T09:22:59.265" v="127" actId="14100"/>
          <ac:picMkLst>
            <pc:docMk/>
            <pc:sldMk cId="2522936038" sldId="272"/>
            <ac:picMk id="5" creationId="{2C28933E-B9D1-9A73-2750-528E773C0242}"/>
          </ac:picMkLst>
        </pc:picChg>
      </pc:sldChg>
      <pc:sldChg chg="addSp delSp modSp new">
        <pc:chgData name="Utilisateur invité" userId="" providerId="Windows Live" clId="Web-{B2627871-A4ED-C176-B78F-5A532305EA41}" dt="2026-04-07T09:22:37.890" v="125" actId="20577"/>
        <pc:sldMkLst>
          <pc:docMk/>
          <pc:sldMk cId="1297010817" sldId="273"/>
        </pc:sldMkLst>
        <pc:spChg chg="mod">
          <ac:chgData name="Utilisateur invité" userId="" providerId="Windows Live" clId="Web-{B2627871-A4ED-C176-B78F-5A532305EA41}" dt="2026-04-07T09:18:15.539" v="78" actId="20577"/>
          <ac:spMkLst>
            <pc:docMk/>
            <pc:sldMk cId="1297010817" sldId="273"/>
            <ac:spMk id="2" creationId="{C21CA040-88ED-BD3D-2682-A85A0BC5D025}"/>
          </ac:spMkLst>
        </pc:spChg>
        <pc:spChg chg="del">
          <ac:chgData name="Utilisateur invité" userId="" providerId="Windows Live" clId="Web-{B2627871-A4ED-C176-B78F-5A532305EA41}" dt="2026-04-07T09:17:56.288" v="74"/>
          <ac:spMkLst>
            <pc:docMk/>
            <pc:sldMk cId="1297010817" sldId="273"/>
            <ac:spMk id="4" creationId="{1DC6A98F-EAEE-8E6D-556E-DFE9164B2794}"/>
          </ac:spMkLst>
        </pc:spChg>
        <pc:spChg chg="add mod">
          <ac:chgData name="Utilisateur invité" userId="" providerId="Windows Live" clId="Web-{B2627871-A4ED-C176-B78F-5A532305EA41}" dt="2026-04-07T09:22:37.890" v="125" actId="20577"/>
          <ac:spMkLst>
            <pc:docMk/>
            <pc:sldMk cId="1297010817" sldId="273"/>
            <ac:spMk id="6" creationId="{01B9B5BD-620B-BF61-7C6E-D2CC74B17E3D}"/>
          </ac:spMkLst>
        </pc:spChg>
        <pc:picChg chg="add mod ord">
          <ac:chgData name="Utilisateur invité" userId="" providerId="Windows Live" clId="Web-{B2627871-A4ED-C176-B78F-5A532305EA41}" dt="2026-04-07T09:21:33.045" v="112" actId="14100"/>
          <ac:picMkLst>
            <pc:docMk/>
            <pc:sldMk cId="1297010817" sldId="273"/>
            <ac:picMk id="5" creationId="{CB212070-1593-2AD2-5F4B-A8B5B9E7D572}"/>
          </ac:picMkLst>
        </pc:picChg>
      </pc:sldChg>
      <pc:sldChg chg="addSp delSp modSp new">
        <pc:chgData name="Utilisateur invité" userId="" providerId="Windows Live" clId="Web-{B2627871-A4ED-C176-B78F-5A532305EA41}" dt="2026-04-07T09:21:20.092" v="110" actId="14100"/>
        <pc:sldMkLst>
          <pc:docMk/>
          <pc:sldMk cId="4081280683" sldId="274"/>
        </pc:sldMkLst>
        <pc:spChg chg="mod">
          <ac:chgData name="Utilisateur invité" userId="" providerId="Windows Live" clId="Web-{B2627871-A4ED-C176-B78F-5A532305EA41}" dt="2026-04-07T09:18:30.774" v="83" actId="20577"/>
          <ac:spMkLst>
            <pc:docMk/>
            <pc:sldMk cId="4081280683" sldId="274"/>
            <ac:spMk id="2" creationId="{51FE138A-3225-5EB0-9DBE-0C35001FA5A0}"/>
          </ac:spMkLst>
        </pc:spChg>
        <pc:spChg chg="del">
          <ac:chgData name="Utilisateur invité" userId="" providerId="Windows Live" clId="Web-{B2627871-A4ED-C176-B78F-5A532305EA41}" dt="2026-04-07T09:19:08.651" v="84"/>
          <ac:spMkLst>
            <pc:docMk/>
            <pc:sldMk cId="4081280683" sldId="274"/>
            <ac:spMk id="4" creationId="{E8977517-E7AF-35C1-8B11-ADD73397338E}"/>
          </ac:spMkLst>
        </pc:spChg>
        <pc:spChg chg="add del">
          <ac:chgData name="Utilisateur invité" userId="" providerId="Windows Live" clId="Web-{B2627871-A4ED-C176-B78F-5A532305EA41}" dt="2026-04-07T09:20:12.184" v="94"/>
          <ac:spMkLst>
            <pc:docMk/>
            <pc:sldMk cId="4081280683" sldId="274"/>
            <ac:spMk id="6" creationId="{8646FF28-DDDF-2283-58CD-F61E03E3A6AF}"/>
          </ac:spMkLst>
        </pc:spChg>
        <pc:spChg chg="add del">
          <ac:chgData name="Utilisateur invité" userId="" providerId="Windows Live" clId="Web-{B2627871-A4ED-C176-B78F-5A532305EA41}" dt="2026-04-07T09:20:10.340" v="93"/>
          <ac:spMkLst>
            <pc:docMk/>
            <pc:sldMk cId="4081280683" sldId="274"/>
            <ac:spMk id="7" creationId="{29666E0A-89AD-8D00-7F65-5262F3A6173F}"/>
          </ac:spMkLst>
        </pc:spChg>
        <pc:spChg chg="add del">
          <ac:chgData name="Utilisateur invité" userId="" providerId="Windows Live" clId="Web-{B2627871-A4ED-C176-B78F-5A532305EA41}" dt="2026-04-07T09:20:24.981" v="96"/>
          <ac:spMkLst>
            <pc:docMk/>
            <pc:sldMk cId="4081280683" sldId="274"/>
            <ac:spMk id="8" creationId="{9DDDF27E-B80B-F122-9A75-AD3FD7C1DE3A}"/>
          </ac:spMkLst>
        </pc:spChg>
        <pc:spChg chg="add mod">
          <ac:chgData name="Utilisateur invité" userId="" providerId="Windows Live" clId="Web-{B2627871-A4ED-C176-B78F-5A532305EA41}" dt="2026-04-07T09:21:20.092" v="110" actId="14100"/>
          <ac:spMkLst>
            <pc:docMk/>
            <pc:sldMk cId="4081280683" sldId="274"/>
            <ac:spMk id="9" creationId="{4CE1EF8D-3B09-8E77-9664-BCCB3A48D1ED}"/>
          </ac:spMkLst>
        </pc:spChg>
        <pc:picChg chg="add mod ord">
          <ac:chgData name="Utilisateur invité" userId="" providerId="Windows Live" clId="Web-{B2627871-A4ED-C176-B78F-5A532305EA41}" dt="2026-04-07T09:19:19.073" v="86" actId="14100"/>
          <ac:picMkLst>
            <pc:docMk/>
            <pc:sldMk cId="4081280683" sldId="274"/>
            <ac:picMk id="5" creationId="{C18339FB-3AE7-AFFD-6A22-D74408153595}"/>
          </ac:picMkLst>
        </pc:picChg>
      </pc:sldChg>
      <pc:sldChg chg="new ord">
        <pc:chgData name="Utilisateur invité" userId="" providerId="Windows Live" clId="Web-{B2627871-A4ED-C176-B78F-5A532305EA41}" dt="2026-04-07T09:00:06.625" v="12"/>
        <pc:sldMkLst>
          <pc:docMk/>
          <pc:sldMk cId="3486643960" sldId="275"/>
        </pc:sldMkLst>
      </pc:sldChg>
      <pc:sldChg chg="new del">
        <pc:chgData name="Utilisateur invité" userId="" providerId="Windows Live" clId="Web-{B2627871-A4ED-C176-B78F-5A532305EA41}" dt="2026-04-07T09:16:03.825" v="64"/>
        <pc:sldMkLst>
          <pc:docMk/>
          <pc:sldMk cId="1504491500" sldId="276"/>
        </pc:sldMkLst>
      </pc:sldChg>
      <pc:sldChg chg="addSp delSp modSp new">
        <pc:chgData name="Utilisateur invité" userId="" providerId="Windows Live" clId="Web-{B2627871-A4ED-C176-B78F-5A532305EA41}" dt="2026-04-07T09:31:58.126" v="158" actId="1076"/>
        <pc:sldMkLst>
          <pc:docMk/>
          <pc:sldMk cId="893234378" sldId="277"/>
        </pc:sldMkLst>
        <pc:spChg chg="mod">
          <ac:chgData name="Utilisateur invité" userId="" providerId="Windows Live" clId="Web-{B2627871-A4ED-C176-B78F-5A532305EA41}" dt="2026-04-07T09:31:52.501" v="157" actId="20577"/>
          <ac:spMkLst>
            <pc:docMk/>
            <pc:sldMk cId="893234378" sldId="277"/>
            <ac:spMk id="2" creationId="{DE1B5873-DB13-5538-88E4-5D7B2C56774E}"/>
          </ac:spMkLst>
        </pc:spChg>
        <pc:spChg chg="del">
          <ac:chgData name="Utilisateur invité" userId="" providerId="Windows Live" clId="Web-{B2627871-A4ED-C176-B78F-5A532305EA41}" dt="2026-04-07T09:14:12.960" v="61"/>
          <ac:spMkLst>
            <pc:docMk/>
            <pc:sldMk cId="893234378" sldId="277"/>
            <ac:spMk id="4" creationId="{7E9C2CE6-D2D9-3C71-972A-DC05FA45F9C9}"/>
          </ac:spMkLst>
        </pc:spChg>
        <pc:picChg chg="add mod ord">
          <ac:chgData name="Utilisateur invité" userId="" providerId="Windows Live" clId="Web-{B2627871-A4ED-C176-B78F-5A532305EA41}" dt="2026-04-07T09:31:58.126" v="158" actId="1076"/>
          <ac:picMkLst>
            <pc:docMk/>
            <pc:sldMk cId="893234378" sldId="277"/>
            <ac:picMk id="5" creationId="{0D85A996-4B34-EF2C-61A2-9136E79503E3}"/>
          </ac:picMkLst>
        </pc:picChg>
      </pc:sldChg>
      <pc:sldChg chg="addSp modSp new del">
        <pc:chgData name="Utilisateur invité" userId="" providerId="Windows Live" clId="Web-{B2627871-A4ED-C176-B78F-5A532305EA41}" dt="2026-04-07T09:38:26.913" v="178"/>
        <pc:sldMkLst>
          <pc:docMk/>
          <pc:sldMk cId="2109054053" sldId="278"/>
        </pc:sldMkLst>
        <pc:picChg chg="add mod">
          <ac:chgData name="Utilisateur invité" userId="" providerId="Windows Live" clId="Web-{B2627871-A4ED-C176-B78F-5A532305EA41}" dt="2026-04-07T09:36:40.599" v="165" actId="14100"/>
          <ac:picMkLst>
            <pc:docMk/>
            <pc:sldMk cId="2109054053" sldId="278"/>
            <ac:picMk id="5" creationId="{27CDFABE-3362-6DAC-5551-2EF25457390A}"/>
          </ac:picMkLst>
        </pc:picChg>
      </pc:sldChg>
    </pc:docChg>
  </pc:docChgLst>
  <pc:docChgLst>
    <pc:chgData userId="BadgerMSA" providerId="Badger" clId="{F29B3804-3B44-3186-84F0-5711A74273E9}"/>
    <pc:docChg chg="undo custSel modSld">
      <pc:chgData name="" userId="BadgerMSA" providerId="Badger" clId="{F29B3804-3B44-3186-84F0-5711A74273E9}" dt="2026-04-06T19:33:33.564" v="1881" actId="14100"/>
      <pc:docMkLst>
        <pc:docMk/>
      </pc:docMkLst>
      <pc:sldChg chg="addSp delSp modSp mod">
        <pc:chgData name="" userId="BadgerMSA" providerId="Badger" clId="{F29B3804-3B44-3186-84F0-5711A74273E9}" dt="2026-04-06T18:47:54.819" v="469" actId="478"/>
        <pc:sldMkLst>
          <pc:docMk/>
          <pc:sldMk cId="3946934594" sldId="256"/>
        </pc:sldMkLst>
        <pc:spChg chg="add del mod">
          <ac:chgData name="" userId="BadgerMSA" providerId="Badger" clId="{F29B3804-3B44-3186-84F0-5711A74273E9}" dt="2026-04-06T18:32:05.958" v="24" actId="14100"/>
          <ac:spMkLst>
            <pc:docMk/>
            <pc:sldMk cId="3946934594" sldId="256"/>
            <ac:spMk id="2" creationId="{632BE5BF-9922-45FB-8F3F-4446D40A051B}"/>
          </ac:spMkLst>
        </pc:spChg>
        <pc:spChg chg="del mod">
          <ac:chgData name="" userId="BadgerMSA" providerId="Badger" clId="{F29B3804-3B44-3186-84F0-5711A74273E9}" dt="2026-04-06T18:46:52.917" v="417" actId="21"/>
          <ac:spMkLst>
            <pc:docMk/>
            <pc:sldMk cId="3946934594" sldId="256"/>
            <ac:spMk id="3" creationId="{0D537F64-4C96-4AA8-BB21-E8053A3186DD}"/>
          </ac:spMkLst>
        </pc:spChg>
        <pc:spChg chg="add del mod">
          <ac:chgData name="" userId="BadgerMSA" providerId="Badger" clId="{F29B3804-3B44-3186-84F0-5711A74273E9}" dt="2026-04-06T18:27:55.215" v="3" actId="21"/>
          <ac:spMkLst>
            <pc:docMk/>
            <pc:sldMk cId="3946934594" sldId="256"/>
            <ac:spMk id="5" creationId="{E819E370-295C-D0AF-8F6C-6A109090B23A}"/>
          </ac:spMkLst>
        </pc:spChg>
        <pc:spChg chg="add del">
          <ac:chgData name="" userId="BadgerMSA" providerId="Badger" clId="{F29B3804-3B44-3186-84F0-5711A74273E9}" dt="2026-04-06T18:28:29.864" v="5" actId="21"/>
          <ac:spMkLst>
            <pc:docMk/>
            <pc:sldMk cId="3946934594" sldId="256"/>
            <ac:spMk id="7" creationId="{D2876280-FE41-EEA3-29D9-AF105B3D52F6}"/>
          </ac:spMkLst>
        </pc:spChg>
        <pc:spChg chg="add mod">
          <ac:chgData name="" userId="BadgerMSA" providerId="Badger" clId="{F29B3804-3B44-3186-84F0-5711A74273E9}" dt="2026-04-06T18:46:44.564" v="413" actId="14100"/>
          <ac:spMkLst>
            <pc:docMk/>
            <pc:sldMk cId="3946934594" sldId="256"/>
            <ac:spMk id="9" creationId="{8444E71D-559E-6807-6DDB-E22A80A6DAB2}"/>
          </ac:spMkLst>
        </pc:spChg>
        <pc:spChg chg="add del mod">
          <ac:chgData name="" userId="BadgerMSA" providerId="Badger" clId="{F29B3804-3B44-3186-84F0-5711A74273E9}" dt="2026-04-06T18:40:33.452" v="233" actId="478"/>
          <ac:spMkLst>
            <pc:docMk/>
            <pc:sldMk cId="3946934594" sldId="256"/>
            <ac:spMk id="11" creationId="{91805942-9FFC-246C-1053-3DCDA7742EDC}"/>
          </ac:spMkLst>
        </pc:spChg>
        <pc:spChg chg="add mod">
          <ac:chgData name="" userId="BadgerMSA" providerId="Badger" clId="{F29B3804-3B44-3186-84F0-5711A74273E9}" dt="2026-04-06T18:46:44.962" v="415" actId="14100"/>
          <ac:spMkLst>
            <pc:docMk/>
            <pc:sldMk cId="3946934594" sldId="256"/>
            <ac:spMk id="13" creationId="{749803C4-F845-EC4A-A4B4-F41E026EBC39}"/>
          </ac:spMkLst>
        </pc:spChg>
        <pc:spChg chg="add del mod">
          <ac:chgData name="" userId="BadgerMSA" providerId="Badger" clId="{F29B3804-3B44-3186-84F0-5711A74273E9}" dt="2026-04-06T18:47:54.819" v="469" actId="478"/>
          <ac:spMkLst>
            <pc:docMk/>
            <pc:sldMk cId="3946934594" sldId="256"/>
            <ac:spMk id="15" creationId="{3E8F1C2B-59E3-44AF-57B4-7B8742AA96AA}"/>
          </ac:spMkLst>
        </pc:spChg>
        <pc:spChg chg="add mod">
          <ac:chgData name="" userId="BadgerMSA" providerId="Badger" clId="{F29B3804-3B44-3186-84F0-5711A74273E9}" dt="2026-04-06T18:47:38.414" v="467" actId="20577"/>
          <ac:spMkLst>
            <pc:docMk/>
            <pc:sldMk cId="3946934594" sldId="256"/>
            <ac:spMk id="17" creationId="{622713A9-914E-E207-B560-DE26E7F47EB1}"/>
          </ac:spMkLst>
        </pc:spChg>
      </pc:sldChg>
      <pc:sldChg chg="addSp delSp modSp mod modClrScheme chgLayout">
        <pc:chgData name="" userId="BadgerMSA" providerId="Badger" clId="{F29B3804-3B44-3186-84F0-5711A74273E9}" dt="2026-04-06T19:00:02.822" v="821" actId="114"/>
        <pc:sldMkLst>
          <pc:docMk/>
          <pc:sldMk cId="2902794312" sldId="257"/>
        </pc:sldMkLst>
        <pc:spChg chg="mod ord">
          <ac:chgData name="" userId="BadgerMSA" providerId="Badger" clId="{F29B3804-3B44-3186-84F0-5711A74273E9}" dt="2026-04-06T18:50:21.452" v="470" actId="700"/>
          <ac:spMkLst>
            <pc:docMk/>
            <pc:sldMk cId="2902794312" sldId="257"/>
            <ac:spMk id="2" creationId="{0B24BF10-2B55-43AB-9F77-F1A1410384A9}"/>
          </ac:spMkLst>
        </pc:spChg>
        <pc:spChg chg="mod ord">
          <ac:chgData name="" userId="BadgerMSA" providerId="Badger" clId="{F29B3804-3B44-3186-84F0-5711A74273E9}" dt="2026-04-06T18:52:35.539" v="548" actId="20577"/>
          <ac:spMkLst>
            <pc:docMk/>
            <pc:sldMk cId="2902794312" sldId="257"/>
            <ac:spMk id="4" creationId="{E3BD8413-C238-49D7-A4E1-E8FEF1811A0E}"/>
          </ac:spMkLst>
        </pc:spChg>
        <pc:spChg chg="mod ord">
          <ac:chgData name="" userId="BadgerMSA" providerId="Badger" clId="{F29B3804-3B44-3186-84F0-5711A74273E9}" dt="2026-04-06T18:56:54.793" v="663" actId="1076"/>
          <ac:spMkLst>
            <pc:docMk/>
            <pc:sldMk cId="2902794312" sldId="257"/>
            <ac:spMk id="5" creationId="{0A95F4DE-39B7-4CE2-BC1E-8B8AE662A895}"/>
          </ac:spMkLst>
        </pc:spChg>
        <pc:spChg chg="add del mod ord">
          <ac:chgData name="" userId="BadgerMSA" providerId="Badger" clId="{F29B3804-3B44-3186-84F0-5711A74273E9}" dt="2026-04-06T18:54:04.404" v="549" actId="21"/>
          <ac:spMkLst>
            <pc:docMk/>
            <pc:sldMk cId="2902794312" sldId="257"/>
            <ac:spMk id="6" creationId="{AE6B5C59-624A-3AB7-D580-0F608A0F01BA}"/>
          </ac:spMkLst>
        </pc:spChg>
        <pc:spChg chg="add mod">
          <ac:chgData name="" userId="BadgerMSA" providerId="Badger" clId="{F29B3804-3B44-3186-84F0-5711A74273E9}" dt="2026-04-06T19:00:02.822" v="821" actId="114"/>
          <ac:spMkLst>
            <pc:docMk/>
            <pc:sldMk cId="2902794312" sldId="257"/>
            <ac:spMk id="8" creationId="{292B59C4-402A-1FC0-5A3D-D195CC7649A4}"/>
          </ac:spMkLst>
        </pc:spChg>
      </pc:sldChg>
      <pc:sldChg chg="addSp modSp mod modClrScheme chgLayout">
        <pc:chgData name="" userId="BadgerMSA" providerId="Badger" clId="{F29B3804-3B44-3186-84F0-5711A74273E9}" dt="2026-04-06T19:18:49.757" v="1753" actId="20577"/>
        <pc:sldMkLst>
          <pc:docMk/>
          <pc:sldMk cId="3733486012" sldId="258"/>
        </pc:sldMkLst>
        <pc:spChg chg="mod ord">
          <ac:chgData name="" userId="BadgerMSA" providerId="Badger" clId="{F29B3804-3B44-3186-84F0-5711A74273E9}" dt="2026-04-06T19:14:07.067" v="1303" actId="700"/>
          <ac:spMkLst>
            <pc:docMk/>
            <pc:sldMk cId="3733486012" sldId="258"/>
            <ac:spMk id="2" creationId="{BE9800F6-D571-48C4-8466-12AA1ADB6599}"/>
          </ac:spMkLst>
        </pc:spChg>
        <pc:spChg chg="add mod ord">
          <ac:chgData name="" userId="BadgerMSA" providerId="Badger" clId="{F29B3804-3B44-3186-84F0-5711A74273E9}" dt="2026-04-06T19:18:49.757" v="1753" actId="20577"/>
          <ac:spMkLst>
            <pc:docMk/>
            <pc:sldMk cId="3733486012" sldId="258"/>
            <ac:spMk id="3" creationId="{2AC141D2-FEB6-6157-0178-F71C02FA665D}"/>
          </ac:spMkLst>
        </pc:spChg>
        <pc:spChg chg="mod ord">
          <ac:chgData name="" userId="BadgerMSA" providerId="Badger" clId="{F29B3804-3B44-3186-84F0-5711A74273E9}" dt="2026-04-06T19:14:31.791" v="1321" actId="207"/>
          <ac:spMkLst>
            <pc:docMk/>
            <pc:sldMk cId="3733486012" sldId="258"/>
            <ac:spMk id="7" creationId="{7875C19A-1AAE-476A-A316-A2CF92D763D3}"/>
          </ac:spMkLst>
        </pc:spChg>
        <pc:spChg chg="mod ord">
          <ac:chgData name="" userId="BadgerMSA" providerId="Badger" clId="{F29B3804-3B44-3186-84F0-5711A74273E9}" dt="2026-04-06T19:17:21.312" v="1745" actId="114"/>
          <ac:spMkLst>
            <pc:docMk/>
            <pc:sldMk cId="3733486012" sldId="258"/>
            <ac:spMk id="10" creationId="{EF2BC084-E6DB-4DE7-B309-042A85EBA700}"/>
          </ac:spMkLst>
        </pc:spChg>
      </pc:sldChg>
      <pc:sldChg chg="addSp delSp modSp mod modClrScheme chgLayout">
        <pc:chgData name="" userId="BadgerMSA" providerId="Badger" clId="{F29B3804-3B44-3186-84F0-5711A74273E9}" dt="2026-04-06T19:12:49.527" v="1302" actId="207"/>
        <pc:sldMkLst>
          <pc:docMk/>
          <pc:sldMk cId="709828751" sldId="260"/>
        </pc:sldMkLst>
        <pc:spChg chg="mod ord">
          <ac:chgData name="" userId="BadgerMSA" providerId="Badger" clId="{F29B3804-3B44-3186-84F0-5711A74273E9}" dt="2026-04-06T19:01:41.862" v="824" actId="700"/>
          <ac:spMkLst>
            <pc:docMk/>
            <pc:sldMk cId="709828751" sldId="260"/>
            <ac:spMk id="2" creationId="{8B065C75-272B-4BB5-BA23-D80E8654D621}"/>
          </ac:spMkLst>
        </pc:spChg>
        <pc:spChg chg="mod ord">
          <ac:chgData name="" userId="BadgerMSA" providerId="Badger" clId="{F29B3804-3B44-3186-84F0-5711A74273E9}" dt="2026-04-06T19:02:34.838" v="859" actId="207"/>
          <ac:spMkLst>
            <pc:docMk/>
            <pc:sldMk cId="709828751" sldId="260"/>
            <ac:spMk id="4" creationId="{BD179B88-D43C-4A31-9A52-3498E9430782}"/>
          </ac:spMkLst>
        </pc:spChg>
        <pc:spChg chg="del mod ord">
          <ac:chgData name="" userId="BadgerMSA" providerId="Badger" clId="{F29B3804-3B44-3186-84F0-5711A74273E9}" dt="2026-04-06T19:06:55.819" v="1272" actId="478"/>
          <ac:spMkLst>
            <pc:docMk/>
            <pc:sldMk cId="709828751" sldId="260"/>
            <ac:spMk id="5" creationId="{DCDDBE65-9AB1-4989-AF86-726591A6A128}"/>
          </ac:spMkLst>
        </pc:spChg>
        <pc:spChg chg="add mod">
          <ac:chgData name="" userId="BadgerMSA" providerId="Badger" clId="{F29B3804-3B44-3186-84F0-5711A74273E9}" dt="2026-04-06T19:12:49.527" v="1302" actId="207"/>
          <ac:spMkLst>
            <pc:docMk/>
            <pc:sldMk cId="709828751" sldId="260"/>
            <ac:spMk id="7" creationId="{1CB19F62-FA12-AA2F-3260-8D4A8CBF6538}"/>
          </ac:spMkLst>
        </pc:spChg>
        <pc:spChg chg="add del mod">
          <ac:chgData name="" userId="BadgerMSA" providerId="Badger" clId="{F29B3804-3B44-3186-84F0-5711A74273E9}" dt="2026-04-06T19:07:42.817" v="1275" actId="478"/>
          <ac:spMkLst>
            <pc:docMk/>
            <pc:sldMk cId="709828751" sldId="260"/>
            <ac:spMk id="9" creationId="{CB987F5F-E34F-B6EE-59ED-A5BE4D443718}"/>
          </ac:spMkLst>
        </pc:spChg>
        <pc:graphicFrameChg chg="add del">
          <ac:chgData name="" userId="BadgerMSA" providerId="Badger" clId="{F29B3804-3B44-3186-84F0-5711A74273E9}" dt="2026-04-06T19:01:30.939" v="823" actId="3680"/>
          <ac:graphicFrameMkLst>
            <pc:docMk/>
            <pc:sldMk cId="709828751" sldId="260"/>
            <ac:graphicFrameMk id="3" creationId="{0DC71121-0278-C50A-0AE6-5F34DDB39CBE}"/>
          </ac:graphicFrameMkLst>
        </pc:graphicFrameChg>
      </pc:sldChg>
      <pc:sldChg chg="delSp modSp mod modClrScheme chgLayout">
        <pc:chgData name="" userId="BadgerMSA" providerId="Badger" clId="{F29B3804-3B44-3186-84F0-5711A74273E9}" dt="2026-04-06T19:24:44.690" v="1818" actId="20577"/>
        <pc:sldMkLst>
          <pc:docMk/>
          <pc:sldMk cId="3607270498" sldId="261"/>
        </pc:sldMkLst>
        <pc:spChg chg="mod ord">
          <ac:chgData name="" userId="BadgerMSA" providerId="Badger" clId="{F29B3804-3B44-3186-84F0-5711A74273E9}" dt="2026-04-06T19:20:14.646" v="1754" actId="700"/>
          <ac:spMkLst>
            <pc:docMk/>
            <pc:sldMk cId="3607270498" sldId="261"/>
            <ac:spMk id="2" creationId="{520FC4EE-F318-4344-9E3C-B950ADB63865}"/>
          </ac:spMkLst>
        </pc:spChg>
        <pc:spChg chg="mod ord">
          <ac:chgData name="" userId="BadgerMSA" providerId="Badger" clId="{F29B3804-3B44-3186-84F0-5711A74273E9}" dt="2026-04-06T19:20:47.429" v="1774" actId="207"/>
          <ac:spMkLst>
            <pc:docMk/>
            <pc:sldMk cId="3607270498" sldId="261"/>
            <ac:spMk id="4" creationId="{315E3981-F0D7-482C-A8E0-6A57700BECA7}"/>
          </ac:spMkLst>
        </pc:spChg>
        <pc:spChg chg="del mod ord">
          <ac:chgData name="" userId="BadgerMSA" providerId="Badger" clId="{F29B3804-3B44-3186-84F0-5711A74273E9}" dt="2026-04-06T19:20:53.752" v="1775" actId="478"/>
          <ac:spMkLst>
            <pc:docMk/>
            <pc:sldMk cId="3607270498" sldId="261"/>
            <ac:spMk id="5" creationId="{E0C87788-476B-4620-8002-A5C1177AD6C1}"/>
          </ac:spMkLst>
        </pc:spChg>
        <pc:spChg chg="del mod ord">
          <ac:chgData name="" userId="BadgerMSA" providerId="Badger" clId="{F29B3804-3B44-3186-84F0-5711A74273E9}" dt="2026-04-06T19:20:19.414" v="1755" actId="478"/>
          <ac:spMkLst>
            <pc:docMk/>
            <pc:sldMk cId="3607270498" sldId="261"/>
            <ac:spMk id="6" creationId="{000A9570-5EF6-4AFB-9FCA-7C8998E3FEB1}"/>
          </ac:spMkLst>
        </pc:spChg>
        <pc:spChg chg="mod ord">
          <ac:chgData name="" userId="BadgerMSA" providerId="Badger" clId="{F29B3804-3B44-3186-84F0-5711A74273E9}" dt="2026-04-06T19:24:44.690" v="1818" actId="20577"/>
          <ac:spMkLst>
            <pc:docMk/>
            <pc:sldMk cId="3607270498" sldId="261"/>
            <ac:spMk id="7" creationId="{B74126B4-1E6C-4FFF-9282-40E18A85A07F}"/>
          </ac:spMkLst>
        </pc:spChg>
        <pc:spChg chg="del mod ord">
          <ac:chgData name="" userId="BadgerMSA" providerId="Badger" clId="{F29B3804-3B44-3186-84F0-5711A74273E9}" dt="2026-04-06T19:20:22.544" v="1756" actId="478"/>
          <ac:spMkLst>
            <pc:docMk/>
            <pc:sldMk cId="3607270498" sldId="261"/>
            <ac:spMk id="8" creationId="{47DC4E62-1A34-4F98-A451-214F1808519C}"/>
          </ac:spMkLst>
        </pc:spChg>
      </pc:sldChg>
      <pc:sldChg chg="addSp delSp modSp mod modClrScheme chgLayout">
        <pc:chgData name="" userId="BadgerMSA" providerId="Badger" clId="{F29B3804-3B44-3186-84F0-5711A74273E9}" dt="2026-04-06T19:33:33.564" v="1881" actId="14100"/>
        <pc:sldMkLst>
          <pc:docMk/>
          <pc:sldMk cId="3892131414" sldId="262"/>
        </pc:sldMkLst>
        <pc:spChg chg="mod ord">
          <ac:chgData name="" userId="BadgerMSA" providerId="Badger" clId="{F29B3804-3B44-3186-84F0-5711A74273E9}" dt="2026-04-06T19:27:01.652" v="1839" actId="700"/>
          <ac:spMkLst>
            <pc:docMk/>
            <pc:sldMk cId="3892131414" sldId="262"/>
            <ac:spMk id="2" creationId="{CC1F11E7-EDE5-4119-BA64-4FC57C285D19}"/>
          </ac:spMkLst>
        </pc:spChg>
        <pc:spChg chg="mod ord">
          <ac:chgData name="" userId="BadgerMSA" providerId="Badger" clId="{F29B3804-3B44-3186-84F0-5711A74273E9}" dt="2026-04-06T19:27:31.968" v="1856" actId="114"/>
          <ac:spMkLst>
            <pc:docMk/>
            <pc:sldMk cId="3892131414" sldId="262"/>
            <ac:spMk id="4" creationId="{315E3981-F0D7-482C-A8E0-6A57700BECA7}"/>
          </ac:spMkLst>
        </pc:spChg>
        <pc:spChg chg="add del mod">
          <ac:chgData name="" userId="BadgerMSA" providerId="Badger" clId="{F29B3804-3B44-3186-84F0-5711A74273E9}" dt="2026-04-06T19:25:49.799" v="1820" actId="478"/>
          <ac:spMkLst>
            <pc:docMk/>
            <pc:sldMk cId="3892131414" sldId="262"/>
            <ac:spMk id="5" creationId="{72D1B636-CEA5-F52B-6B7E-ECEAC0FF2344}"/>
          </ac:spMkLst>
        </pc:spChg>
        <pc:spChg chg="add del mod">
          <ac:chgData name="" userId="BadgerMSA" providerId="Badger" clId="{F29B3804-3B44-3186-84F0-5711A74273E9}" dt="2026-04-06T19:25:54.382" v="1822" actId="478"/>
          <ac:spMkLst>
            <pc:docMk/>
            <pc:sldMk cId="3892131414" sldId="262"/>
            <ac:spMk id="7" creationId="{D8B55BF8-C0AC-4987-64FF-3FB99A3DEB47}"/>
          </ac:spMkLst>
        </pc:spChg>
        <pc:spChg chg="add del mod">
          <ac:chgData name="" userId="BadgerMSA" providerId="Badger" clId="{F29B3804-3B44-3186-84F0-5711A74273E9}" dt="2026-04-06T19:26:00.933" v="1824" actId="478"/>
          <ac:spMkLst>
            <pc:docMk/>
            <pc:sldMk cId="3892131414" sldId="262"/>
            <ac:spMk id="9" creationId="{C301BDAD-8C00-C1ED-66B5-59903711BB41}"/>
          </ac:spMkLst>
        </pc:spChg>
        <pc:spChg chg="add del mod">
          <ac:chgData name="" userId="BadgerMSA" providerId="Badger" clId="{F29B3804-3B44-3186-84F0-5711A74273E9}" dt="2026-04-06T19:26:09.266" v="1826" actId="478"/>
          <ac:spMkLst>
            <pc:docMk/>
            <pc:sldMk cId="3892131414" sldId="262"/>
            <ac:spMk id="11" creationId="{1171D665-A434-4979-566D-E244B29CAB99}"/>
          </ac:spMkLst>
        </pc:spChg>
        <pc:spChg chg="add del mod">
          <ac:chgData name="" userId="BadgerMSA" providerId="Badger" clId="{F29B3804-3B44-3186-84F0-5711A74273E9}" dt="2026-04-06T19:26:14.527" v="1828" actId="478"/>
          <ac:spMkLst>
            <pc:docMk/>
            <pc:sldMk cId="3892131414" sldId="262"/>
            <ac:spMk id="13" creationId="{1916C610-E4A2-4F38-CCD5-F3DC0EDF5280}"/>
          </ac:spMkLst>
        </pc:spChg>
        <pc:spChg chg="add del mod">
          <ac:chgData name="" userId="BadgerMSA" providerId="Badger" clId="{F29B3804-3B44-3186-84F0-5711A74273E9}" dt="2026-04-06T19:26:20.444" v="1830" actId="478"/>
          <ac:spMkLst>
            <pc:docMk/>
            <pc:sldMk cId="3892131414" sldId="262"/>
            <ac:spMk id="15" creationId="{DF3FFE00-463D-63AB-30B3-9D109E13F1B0}"/>
          </ac:spMkLst>
        </pc:spChg>
        <pc:spChg chg="add del mod">
          <ac:chgData name="" userId="BadgerMSA" providerId="Badger" clId="{F29B3804-3B44-3186-84F0-5711A74273E9}" dt="2026-04-06T19:26:25.539" v="1832" actId="478"/>
          <ac:spMkLst>
            <pc:docMk/>
            <pc:sldMk cId="3892131414" sldId="262"/>
            <ac:spMk id="17" creationId="{69C93FAC-98DF-EDB0-BA64-9FF7F73320D5}"/>
          </ac:spMkLst>
        </pc:spChg>
        <pc:spChg chg="del">
          <ac:chgData name="" userId="BadgerMSA" providerId="Badger" clId="{F29B3804-3B44-3186-84F0-5711A74273E9}" dt="2026-04-06T19:26:28.297" v="1833" actId="478"/>
          <ac:spMkLst>
            <pc:docMk/>
            <pc:sldMk cId="3892131414" sldId="262"/>
            <ac:spMk id="19" creationId="{782206B1-586F-4254-9B36-D06C4E294ACF}"/>
          </ac:spMkLst>
        </pc:spChg>
        <pc:spChg chg="del">
          <ac:chgData name="" userId="BadgerMSA" providerId="Badger" clId="{F29B3804-3B44-3186-84F0-5711A74273E9}" dt="2026-04-06T19:26:17.499" v="1829" actId="478"/>
          <ac:spMkLst>
            <pc:docMk/>
            <pc:sldMk cId="3892131414" sldId="262"/>
            <ac:spMk id="20" creationId="{CB924A29-3538-4A3F-82A6-D2A7538C2111}"/>
          </ac:spMkLst>
        </pc:spChg>
        <pc:spChg chg="del">
          <ac:chgData name="" userId="BadgerMSA" providerId="Badger" clId="{F29B3804-3B44-3186-84F0-5711A74273E9}" dt="2026-04-06T19:25:57.378" v="1823" actId="478"/>
          <ac:spMkLst>
            <pc:docMk/>
            <pc:sldMk cId="3892131414" sldId="262"/>
            <ac:spMk id="21" creationId="{1B8F0371-4F69-4131-91BF-9AB99E6EE89B}"/>
          </ac:spMkLst>
        </pc:spChg>
        <pc:spChg chg="del">
          <ac:chgData name="" userId="BadgerMSA" providerId="Badger" clId="{F29B3804-3B44-3186-84F0-5711A74273E9}" dt="2026-04-06T19:26:05.887" v="1825" actId="478"/>
          <ac:spMkLst>
            <pc:docMk/>
            <pc:sldMk cId="3892131414" sldId="262"/>
            <ac:spMk id="22" creationId="{78CACAF1-61EA-4605-A8FE-2EEE752B49FF}"/>
          </ac:spMkLst>
        </pc:spChg>
        <pc:spChg chg="del">
          <ac:chgData name="" userId="BadgerMSA" providerId="Badger" clId="{F29B3804-3B44-3186-84F0-5711A74273E9}" dt="2026-04-06T19:26:42.263" v="1837" actId="478"/>
          <ac:spMkLst>
            <pc:docMk/>
            <pc:sldMk cId="3892131414" sldId="262"/>
            <ac:spMk id="23" creationId="{8D05A34F-7712-46DB-AB5B-272E294B62EE}"/>
          </ac:spMkLst>
        </pc:spChg>
        <pc:spChg chg="add del mod">
          <ac:chgData name="" userId="BadgerMSA" providerId="Badger" clId="{F29B3804-3B44-3186-84F0-5711A74273E9}" dt="2026-04-06T19:26:31.025" v="1834" actId="478"/>
          <ac:spMkLst>
            <pc:docMk/>
            <pc:sldMk cId="3892131414" sldId="262"/>
            <ac:spMk id="24" creationId="{D6583EBB-B45D-6F90-36DE-9642E41F80DB}"/>
          </ac:spMkLst>
        </pc:spChg>
        <pc:spChg chg="add del mod">
          <ac:chgData name="" userId="BadgerMSA" providerId="Badger" clId="{F29B3804-3B44-3186-84F0-5711A74273E9}" dt="2026-04-06T19:26:39.387" v="1836" actId="478"/>
          <ac:spMkLst>
            <pc:docMk/>
            <pc:sldMk cId="3892131414" sldId="262"/>
            <ac:spMk id="28" creationId="{DD18F604-C3FB-4CC0-2750-D4E1941E9C28}"/>
          </ac:spMkLst>
        </pc:spChg>
        <pc:spChg chg="add del mod">
          <ac:chgData name="" userId="BadgerMSA" providerId="Badger" clId="{F29B3804-3B44-3186-84F0-5711A74273E9}" dt="2026-04-06T19:26:44.869" v="1838" actId="478"/>
          <ac:spMkLst>
            <pc:docMk/>
            <pc:sldMk cId="3892131414" sldId="262"/>
            <ac:spMk id="32" creationId="{B49B1A92-BF68-488F-37ED-A02032037979}"/>
          </ac:spMkLst>
        </pc:spChg>
        <pc:spChg chg="add mod ord">
          <ac:chgData name="" userId="BadgerMSA" providerId="Badger" clId="{F29B3804-3B44-3186-84F0-5711A74273E9}" dt="2026-04-06T19:33:33.564" v="1881" actId="14100"/>
          <ac:spMkLst>
            <pc:docMk/>
            <pc:sldMk cId="3892131414" sldId="262"/>
            <ac:spMk id="34" creationId="{4A654DAB-8ECA-DA54-0C94-5926442E49E0}"/>
          </ac:spMkLst>
        </pc:spChg>
        <pc:picChg chg="del">
          <ac:chgData name="" userId="BadgerMSA" providerId="Badger" clId="{F29B3804-3B44-3186-84F0-5711A74273E9}" dt="2026-04-06T19:26:22.915" v="1831" actId="478"/>
          <ac:picMkLst>
            <pc:docMk/>
            <pc:sldMk cId="3892131414" sldId="262"/>
            <ac:picMk id="25" creationId="{C03AAFA7-022A-47F8-9DA1-7DC3897D1E52}"/>
          </ac:picMkLst>
        </pc:picChg>
        <pc:picChg chg="del">
          <ac:chgData name="" userId="BadgerMSA" providerId="Badger" clId="{F29B3804-3B44-3186-84F0-5711A74273E9}" dt="2026-04-06T19:26:12.035" v="1827" actId="478"/>
          <ac:picMkLst>
            <pc:docMk/>
            <pc:sldMk cId="3892131414" sldId="262"/>
            <ac:picMk id="27" creationId="{6F737161-FE67-434D-A781-59EDB9EDCB23}"/>
          </ac:picMkLst>
        </pc:picChg>
        <pc:picChg chg="del">
          <ac:chgData name="" userId="BadgerMSA" providerId="Badger" clId="{F29B3804-3B44-3186-84F0-5711A74273E9}" dt="2026-04-06T19:25:52.074" v="1821" actId="478"/>
          <ac:picMkLst>
            <pc:docMk/>
            <pc:sldMk cId="3892131414" sldId="262"/>
            <ac:picMk id="29" creationId="{9E5BF01B-21D6-4D43-9CAE-0298685C1A7B}"/>
          </ac:picMkLst>
        </pc:picChg>
        <pc:picChg chg="del">
          <ac:chgData name="" userId="BadgerMSA" providerId="Badger" clId="{F29B3804-3B44-3186-84F0-5711A74273E9}" dt="2026-04-06T19:25:45.190" v="1819" actId="478"/>
          <ac:picMkLst>
            <pc:docMk/>
            <pc:sldMk cId="3892131414" sldId="262"/>
            <ac:picMk id="31" creationId="{089E8AB6-C16E-4752-810F-8F98DB929DB5}"/>
          </ac:picMkLst>
        </pc:picChg>
        <pc:picChg chg="del">
          <ac:chgData name="" userId="BadgerMSA" providerId="Badger" clId="{F29B3804-3B44-3186-84F0-5711A74273E9}" dt="2026-04-06T19:26:35.829" v="1835" actId="478"/>
          <ac:picMkLst>
            <pc:docMk/>
            <pc:sldMk cId="3892131414" sldId="262"/>
            <ac:picMk id="33" creationId="{CC9DBBE5-5AD0-41E8-A719-84509E5D9F9E}"/>
          </ac:picMkLst>
        </pc:picChg>
      </pc:sldChg>
    </pc:docChg>
  </pc:docChgLst>
  <pc:docChgLst>
    <pc:chgData name="Funwi Kelsea" userId="a4b742bd662ca32b" providerId="Windows Live" clId="Web-{B4C0864B-338B-7FB0-2D30-130E190A297D}"/>
    <pc:docChg chg="addSld modSld">
      <pc:chgData name="Funwi Kelsea" userId="a4b742bd662ca32b" providerId="Windows Live" clId="Web-{B4C0864B-338B-7FB0-2D30-130E190A297D}" dt="2026-04-06T20:24:56.002" v="10" actId="20577"/>
      <pc:docMkLst>
        <pc:docMk/>
      </pc:docMkLst>
      <pc:sldChg chg="modSp">
        <pc:chgData name="Funwi Kelsea" userId="a4b742bd662ca32b" providerId="Windows Live" clId="Web-{B4C0864B-338B-7FB0-2D30-130E190A297D}" dt="2026-04-06T20:21:30.033" v="3" actId="1076"/>
        <pc:sldMkLst>
          <pc:docMk/>
          <pc:sldMk cId="3946934594" sldId="256"/>
        </pc:sldMkLst>
        <pc:spChg chg="mod">
          <ac:chgData name="Funwi Kelsea" userId="a4b742bd662ca32b" providerId="Windows Live" clId="Web-{B4C0864B-338B-7FB0-2D30-130E190A297D}" dt="2026-04-06T20:18:52.326" v="2" actId="20577"/>
          <ac:spMkLst>
            <pc:docMk/>
            <pc:sldMk cId="3946934594" sldId="256"/>
            <ac:spMk id="9" creationId="{8444E71D-559E-6807-6DDB-E22A80A6DAB2}"/>
          </ac:spMkLst>
        </pc:spChg>
        <pc:spChg chg="mod">
          <ac:chgData name="Funwi Kelsea" userId="a4b742bd662ca32b" providerId="Windows Live" clId="Web-{B4C0864B-338B-7FB0-2D30-130E190A297D}" dt="2026-04-06T20:21:30.033" v="3" actId="1076"/>
          <ac:spMkLst>
            <pc:docMk/>
            <pc:sldMk cId="3946934594" sldId="256"/>
            <ac:spMk id="17" creationId="{622713A9-914E-E207-B560-DE26E7F47EB1}"/>
          </ac:spMkLst>
        </pc:spChg>
      </pc:sldChg>
      <pc:sldChg chg="modSp">
        <pc:chgData name="Funwi Kelsea" userId="a4b742bd662ca32b" providerId="Windows Live" clId="Web-{B4C0864B-338B-7FB0-2D30-130E190A297D}" dt="2026-04-06T20:24:56.002" v="10" actId="20577"/>
        <pc:sldMkLst>
          <pc:docMk/>
          <pc:sldMk cId="2902794312" sldId="257"/>
        </pc:sldMkLst>
        <pc:spChg chg="mod">
          <ac:chgData name="Funwi Kelsea" userId="a4b742bd662ca32b" providerId="Windows Live" clId="Web-{B4C0864B-338B-7FB0-2D30-130E190A297D}" dt="2026-04-06T20:24:56.002" v="10" actId="20577"/>
          <ac:spMkLst>
            <pc:docMk/>
            <pc:sldMk cId="2902794312" sldId="257"/>
            <ac:spMk id="5" creationId="{0A95F4DE-39B7-4CE2-BC1E-8B8AE662A895}"/>
          </ac:spMkLst>
        </pc:spChg>
      </pc:sldChg>
      <pc:sldChg chg="new">
        <pc:chgData name="Funwi Kelsea" userId="a4b742bd662ca32b" providerId="Windows Live" clId="Web-{B4C0864B-338B-7FB0-2D30-130E190A297D}" dt="2026-04-06T20:22:44.269" v="5"/>
        <pc:sldMkLst>
          <pc:docMk/>
          <pc:sldMk cId="3626490682" sldId="26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2FF6B6-4F8A-40F7-B5F4-FC3996824D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10A999-F365-48DF-976A-0517FE0454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A5457B-CDAE-4DEB-AEC8-C82DE2312E37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735C90-ADBF-4B9E-BE88-E1C8F83EB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06A01-6D0A-45EF-A584-05A3361D66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1430A-4AA4-45C8-AC23-CD6B61C41A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900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0B78EA-28CE-41D8-9043-90E391E5F567}" type="datetimeFigureOut">
              <a:rPr lang="en-US" noProof="0" smtClean="0"/>
              <a:t>4/7/26</a:t>
            </a:fld>
            <a:endParaRPr lang="en-US" noProof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34D747-9380-41EE-9946-EC9EC0CA5D1E}" type="slidenum">
              <a:rPr lang="en-US" noProof="0" smtClean="0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827727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CA15AFD-4983-47DD-9ED0-D3B27E5A096F}"/>
              </a:ext>
            </a:extLst>
          </p:cNvPr>
          <p:cNvGrpSpPr/>
          <p:nvPr userDrawn="1"/>
        </p:nvGrpSpPr>
        <p:grpSpPr>
          <a:xfrm>
            <a:off x="-1604709" y="-3756"/>
            <a:ext cx="13796710" cy="6861756"/>
            <a:chOff x="-1604709" y="-3756"/>
            <a:chExt cx="13796710" cy="686175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222D5E2-E9B4-4180-98B8-4E514C9ADB28}"/>
                </a:ext>
              </a:extLst>
            </p:cNvPr>
            <p:cNvGrpSpPr/>
            <p:nvPr/>
          </p:nvGrpSpPr>
          <p:grpSpPr>
            <a:xfrm>
              <a:off x="-16298" y="0"/>
              <a:ext cx="12208299" cy="6858000"/>
              <a:chOff x="-16298" y="0"/>
              <a:chExt cx="12208299" cy="685800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41E10E1E-5268-4F03-BA64-07E19DE26739}"/>
                  </a:ext>
                </a:extLst>
              </p:cNvPr>
              <p:cNvSpPr/>
              <p:nvPr/>
            </p:nvSpPr>
            <p:spPr>
              <a:xfrm flipH="1">
                <a:off x="-16297" y="0"/>
                <a:ext cx="12208298" cy="6858000"/>
              </a:xfrm>
              <a:custGeom>
                <a:avLst/>
                <a:gdLst>
                  <a:gd name="connsiteX0" fmla="*/ 8574289 w 12208298"/>
                  <a:gd name="connsiteY0" fmla="*/ 0 h 6858000"/>
                  <a:gd name="connsiteX1" fmla="*/ 0 w 12208298"/>
                  <a:gd name="connsiteY1" fmla="*/ 0 h 6858000"/>
                  <a:gd name="connsiteX2" fmla="*/ 0 w 12208298"/>
                  <a:gd name="connsiteY2" fmla="*/ 6858000 h 6858000"/>
                  <a:gd name="connsiteX3" fmla="*/ 532109 w 12208298"/>
                  <a:gd name="connsiteY3" fmla="*/ 6858000 h 6858000"/>
                  <a:gd name="connsiteX4" fmla="*/ 11495317 w 12208298"/>
                  <a:gd name="connsiteY4" fmla="*/ 6858000 h 6858000"/>
                  <a:gd name="connsiteX5" fmla="*/ 12208298 w 12208298"/>
                  <a:gd name="connsiteY5" fmla="*/ 6858000 h 6858000"/>
                  <a:gd name="connsiteX6" fmla="*/ 12208298 w 12208298"/>
                  <a:gd name="connsiteY6" fmla="*/ 3146781 h 6858000"/>
                  <a:gd name="connsiteX7" fmla="*/ 10353284 w 12208298"/>
                  <a:gd name="connsiteY7" fmla="*/ 1291767 h 6858000"/>
                  <a:gd name="connsiteX8" fmla="*/ 9866056 w 12208298"/>
                  <a:gd name="connsiteY8" fmla="*/ 1291767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208298" h="6858000">
                    <a:moveTo>
                      <a:pt x="8574289" y="0"/>
                    </a:moveTo>
                    <a:lnTo>
                      <a:pt x="0" y="0"/>
                    </a:lnTo>
                    <a:lnTo>
                      <a:pt x="0" y="6858000"/>
                    </a:lnTo>
                    <a:lnTo>
                      <a:pt x="532109" y="6858000"/>
                    </a:lnTo>
                    <a:lnTo>
                      <a:pt x="11495317" y="6858000"/>
                    </a:lnTo>
                    <a:lnTo>
                      <a:pt x="12208298" y="6858000"/>
                    </a:lnTo>
                    <a:lnTo>
                      <a:pt x="12208298" y="3146781"/>
                    </a:lnTo>
                    <a:lnTo>
                      <a:pt x="10353284" y="1291767"/>
                    </a:lnTo>
                    <a:lnTo>
                      <a:pt x="9866056" y="1291767"/>
                    </a:lnTo>
                    <a:close/>
                  </a:path>
                </a:pathLst>
              </a:custGeom>
              <a:solidFill>
                <a:schemeClr val="accent2">
                  <a:alpha val="7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89C45D-BDFF-418F-BE79-03FF70015770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pattFill prst="wdDnDiag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17" name="Right Triangle 16">
                <a:extLst>
                  <a:ext uri="{FF2B5EF4-FFF2-40B4-BE49-F238E27FC236}">
                    <a16:creationId xmlns:a16="http://schemas.microsoft.com/office/drawing/2014/main" id="{8DCD5806-2A2F-4ABF-8057-245681C498E6}"/>
                  </a:ext>
                </a:extLst>
              </p:cNvPr>
              <p:cNvSpPr/>
              <p:nvPr/>
            </p:nvSpPr>
            <p:spPr>
              <a:xfrm rot="16200000" flipH="1" flipV="1">
                <a:off x="24625" y="-4746"/>
                <a:ext cx="2819399" cy="2828891"/>
              </a:xfrm>
              <a:prstGeom prst="rtTriangl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18" name="Right Triangle 17">
                <a:extLst>
                  <a:ext uri="{FF2B5EF4-FFF2-40B4-BE49-F238E27FC236}">
                    <a16:creationId xmlns:a16="http://schemas.microsoft.com/office/drawing/2014/main" id="{3A93038F-E9E4-4FFD-B3DF-28DB7C2C1490}"/>
                  </a:ext>
                </a:extLst>
              </p:cNvPr>
              <p:cNvSpPr/>
              <p:nvPr/>
            </p:nvSpPr>
            <p:spPr>
              <a:xfrm rot="16200000" flipH="1" flipV="1">
                <a:off x="4418" y="-4422"/>
                <a:ext cx="2627088" cy="2635933"/>
              </a:xfrm>
              <a:prstGeom prst="rtTriangle">
                <a:avLst/>
              </a:prstGeom>
              <a:pattFill prst="dkHorz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19" name="Right Triangle 18">
                <a:extLst>
                  <a:ext uri="{FF2B5EF4-FFF2-40B4-BE49-F238E27FC236}">
                    <a16:creationId xmlns:a16="http://schemas.microsoft.com/office/drawing/2014/main" id="{5DEA1E02-BBD0-4AE3-AF22-433B90272178}"/>
                  </a:ext>
                </a:extLst>
              </p:cNvPr>
              <p:cNvSpPr/>
              <p:nvPr/>
            </p:nvSpPr>
            <p:spPr>
              <a:xfrm rot="16200000" flipH="1" flipV="1">
                <a:off x="-12263" y="-4034"/>
                <a:ext cx="2397087" cy="2405158"/>
              </a:xfrm>
              <a:prstGeom prst="rtTriangle">
                <a:avLst/>
              </a:prstGeom>
              <a:solidFill>
                <a:schemeClr val="accent2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027A677-9ACB-4264-B148-4806678FB83F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</p:grpSp>
        <p:sp>
          <p:nvSpPr>
            <p:cNvPr id="9" name="Freeform: Shape 12">
              <a:extLst>
                <a:ext uri="{FF2B5EF4-FFF2-40B4-BE49-F238E27FC236}">
                  <a16:creationId xmlns:a16="http://schemas.microsoft.com/office/drawing/2014/main" id="{E3AAB79D-382D-4A95-965E-526B6A681DA7}"/>
                </a:ext>
              </a:extLst>
            </p:cNvPr>
            <p:cNvSpPr/>
            <p:nvPr/>
          </p:nvSpPr>
          <p:spPr>
            <a:xfrm rot="18900000" flipH="1">
              <a:off x="-1604709" y="1397837"/>
              <a:ext cx="3211378" cy="3211378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0A22127-2B4A-4B15-B0A9-F019A30347A1}"/>
                </a:ext>
              </a:extLst>
            </p:cNvPr>
            <p:cNvSpPr/>
            <p:nvPr/>
          </p:nvSpPr>
          <p:spPr>
            <a:xfrm rot="18900000">
              <a:off x="-861777" y="-3756"/>
              <a:ext cx="2676646" cy="1356876"/>
            </a:xfrm>
            <a:custGeom>
              <a:avLst/>
              <a:gdLst>
                <a:gd name="connsiteX0" fmla="*/ 1319770 w 2676646"/>
                <a:gd name="connsiteY0" fmla="*/ 0 h 1356876"/>
                <a:gd name="connsiteX1" fmla="*/ 2676646 w 2676646"/>
                <a:gd name="connsiteY1" fmla="*/ 1356876 h 1356876"/>
                <a:gd name="connsiteX2" fmla="*/ 0 w 2676646"/>
                <a:gd name="connsiteY2" fmla="*/ 1356876 h 1356876"/>
                <a:gd name="connsiteX3" fmla="*/ 0 w 2676646"/>
                <a:gd name="connsiteY3" fmla="*/ 1319770 h 135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6646" h="1356876">
                  <a:moveTo>
                    <a:pt x="1319770" y="0"/>
                  </a:moveTo>
                  <a:lnTo>
                    <a:pt x="2676646" y="1356876"/>
                  </a:lnTo>
                  <a:lnTo>
                    <a:pt x="0" y="1356876"/>
                  </a:lnTo>
                  <a:lnTo>
                    <a:pt x="0" y="1319770"/>
                  </a:lnTo>
                  <a:close/>
                </a:path>
              </a:pathLst>
            </a:custGeom>
            <a:pattFill prst="wdUpDiag">
              <a:fgClr>
                <a:schemeClr val="accent2"/>
              </a:fgClr>
              <a:bgClr>
                <a:schemeClr val="accent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/>
            </a:p>
          </p:txBody>
        </p:sp>
        <p:sp>
          <p:nvSpPr>
            <p:cNvPr id="11" name="Freeform: Shape 12">
              <a:extLst>
                <a:ext uri="{FF2B5EF4-FFF2-40B4-BE49-F238E27FC236}">
                  <a16:creationId xmlns:a16="http://schemas.microsoft.com/office/drawing/2014/main" id="{F04D9FDC-1B67-4254-9535-CD32E81F0C3E}"/>
                </a:ext>
              </a:extLst>
            </p:cNvPr>
            <p:cNvSpPr/>
            <p:nvPr/>
          </p:nvSpPr>
          <p:spPr>
            <a:xfrm rot="13500000">
              <a:off x="-1226102" y="1737462"/>
              <a:ext cx="2416016" cy="2416016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A86C4EA-4CF8-4531-845D-4FCB1E2F7422}"/>
                </a:ext>
              </a:extLst>
            </p:cNvPr>
            <p:cNvGrpSpPr/>
            <p:nvPr/>
          </p:nvGrpSpPr>
          <p:grpSpPr>
            <a:xfrm>
              <a:off x="-760406" y="4672937"/>
              <a:ext cx="1520812" cy="1520812"/>
              <a:chOff x="-1604709" y="3012880"/>
              <a:chExt cx="3211378" cy="3211378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101B195-C112-4D20-8D19-4D22479B150D}"/>
                  </a:ext>
                </a:extLst>
              </p:cNvPr>
              <p:cNvSpPr/>
              <p:nvPr/>
            </p:nvSpPr>
            <p:spPr>
              <a:xfrm rot="18900000" flipH="1">
                <a:off x="-1604709" y="3012880"/>
                <a:ext cx="3211378" cy="3211378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14" name="Freeform: Shape 12">
                <a:extLst>
                  <a:ext uri="{FF2B5EF4-FFF2-40B4-BE49-F238E27FC236}">
                    <a16:creationId xmlns:a16="http://schemas.microsoft.com/office/drawing/2014/main" id="{CA755F1F-9955-4CBB-8F34-F7801CA44CE7}"/>
                  </a:ext>
                </a:extLst>
              </p:cNvPr>
              <p:cNvSpPr/>
              <p:nvPr/>
            </p:nvSpPr>
            <p:spPr>
              <a:xfrm rot="13500000">
                <a:off x="-1226102" y="3352505"/>
                <a:ext cx="2416016" cy="2416016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wdDnDiag">
                <a:fgClr>
                  <a:schemeClr val="accent1">
                    <a:lumMod val="60000"/>
                    <a:lumOff val="40000"/>
                  </a:schemeClr>
                </a:fgClr>
                <a:bgClr>
                  <a:schemeClr val="accent2">
                    <a:lumMod val="50000"/>
                  </a:schemeClr>
                </a:bgClr>
              </a:patt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761488" y="2395728"/>
            <a:ext cx="7077456" cy="124358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600" b="1" dirty="0">
                <a:solidFill>
                  <a:schemeClr val="accent2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DEF0-A0B0-4CFE-B67D-A9D75E236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1488" y="3721608"/>
            <a:ext cx="7077456" cy="868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GB" sz="1800" spc="3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36959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838D16-809E-4EB1-8C0C-0E63D813911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43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1FEB333-94B4-4E53-9019-D584810903BB}"/>
              </a:ext>
            </a:extLst>
          </p:cNvPr>
          <p:cNvSpPr/>
          <p:nvPr userDrawn="1"/>
        </p:nvSpPr>
        <p:spPr>
          <a:xfrm>
            <a:off x="0" y="0"/>
            <a:ext cx="12192000" cy="6862745"/>
          </a:xfrm>
          <a:custGeom>
            <a:avLst/>
            <a:gdLst>
              <a:gd name="connsiteX0" fmla="*/ 0 w 12192000"/>
              <a:gd name="connsiteY0" fmla="*/ 0 h 6849743"/>
              <a:gd name="connsiteX1" fmla="*/ 7554712 w 12192000"/>
              <a:gd name="connsiteY1" fmla="*/ 0 h 6849743"/>
              <a:gd name="connsiteX2" fmla="*/ 10266645 w 12192000"/>
              <a:gd name="connsiteY2" fmla="*/ 2711934 h 6849743"/>
              <a:gd name="connsiteX3" fmla="*/ 11289529 w 12192000"/>
              <a:gd name="connsiteY3" fmla="*/ 2711934 h 6849743"/>
              <a:gd name="connsiteX4" fmla="*/ 12191999 w 12192000"/>
              <a:gd name="connsiteY4" fmla="*/ 3614404 h 6849743"/>
              <a:gd name="connsiteX5" fmla="*/ 12192000 w 12192000"/>
              <a:gd name="connsiteY5" fmla="*/ 6849743 h 6849743"/>
              <a:gd name="connsiteX6" fmla="*/ 0 w 12192000"/>
              <a:gd name="connsiteY6" fmla="*/ 6849743 h 684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49743">
                <a:moveTo>
                  <a:pt x="0" y="0"/>
                </a:moveTo>
                <a:lnTo>
                  <a:pt x="7554712" y="0"/>
                </a:lnTo>
                <a:lnTo>
                  <a:pt x="10266645" y="2711934"/>
                </a:lnTo>
                <a:lnTo>
                  <a:pt x="11289529" y="2711934"/>
                </a:lnTo>
                <a:lnTo>
                  <a:pt x="12191999" y="3614404"/>
                </a:lnTo>
                <a:lnTo>
                  <a:pt x="12192000" y="6849743"/>
                </a:lnTo>
                <a:lnTo>
                  <a:pt x="0" y="6849743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9B9489-0CD9-4DB7-AC82-6E7867F91403}"/>
              </a:ext>
            </a:extLst>
          </p:cNvPr>
          <p:cNvSpPr/>
          <p:nvPr userDrawn="1"/>
        </p:nvSpPr>
        <p:spPr>
          <a:xfrm rot="16200000" flipV="1">
            <a:off x="2626805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A55D1C76-C591-4FA5-9780-87AB6B37C0FA}"/>
              </a:ext>
            </a:extLst>
          </p:cNvPr>
          <p:cNvSpPr/>
          <p:nvPr userDrawn="1"/>
        </p:nvSpPr>
        <p:spPr>
          <a:xfrm rot="5400000" flipV="1">
            <a:off x="5851010" y="-10649"/>
            <a:ext cx="6326154" cy="6347453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7DC1D12-670F-4235-8791-FA8C2B330871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569CF-FDAC-47C4-A0F5-296F7117C398}"/>
              </a:ext>
            </a:extLst>
          </p:cNvPr>
          <p:cNvSpPr/>
          <p:nvPr userDrawn="1"/>
        </p:nvSpPr>
        <p:spPr>
          <a:xfrm rot="2700000">
            <a:off x="9668984" y="1404392"/>
            <a:ext cx="4406148" cy="5299239"/>
          </a:xfrm>
          <a:custGeom>
            <a:avLst/>
            <a:gdLst>
              <a:gd name="connsiteX0" fmla="*/ 0 w 4406148"/>
              <a:gd name="connsiteY0" fmla="*/ 0 h 5299239"/>
              <a:gd name="connsiteX1" fmla="*/ 4406148 w 4406148"/>
              <a:gd name="connsiteY1" fmla="*/ 4406147 h 5299239"/>
              <a:gd name="connsiteX2" fmla="*/ 3513056 w 4406148"/>
              <a:gd name="connsiteY2" fmla="*/ 5299239 h 5299239"/>
              <a:gd name="connsiteX3" fmla="*/ 1 w 4406148"/>
              <a:gd name="connsiteY3" fmla="*/ 5299239 h 5299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6148" h="5299239">
                <a:moveTo>
                  <a:pt x="0" y="0"/>
                </a:moveTo>
                <a:lnTo>
                  <a:pt x="4406148" y="4406147"/>
                </a:lnTo>
                <a:lnTo>
                  <a:pt x="3513056" y="5299239"/>
                </a:lnTo>
                <a:lnTo>
                  <a:pt x="1" y="5299239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8D0C72-2B2C-4C85-A091-157853C71784}"/>
              </a:ext>
            </a:extLst>
          </p:cNvPr>
          <p:cNvSpPr/>
          <p:nvPr userDrawn="1"/>
        </p:nvSpPr>
        <p:spPr>
          <a:xfrm rot="8100000" flipH="1">
            <a:off x="9583575" y="1088097"/>
            <a:ext cx="5072180" cy="4843502"/>
          </a:xfrm>
          <a:custGeom>
            <a:avLst/>
            <a:gdLst>
              <a:gd name="connsiteX0" fmla="*/ 5072180 w 5072180"/>
              <a:gd name="connsiteY0" fmla="*/ 4843501 h 4843502"/>
              <a:gd name="connsiteX1" fmla="*/ 228679 w 5072180"/>
              <a:gd name="connsiteY1" fmla="*/ 0 h 4843502"/>
              <a:gd name="connsiteX2" fmla="*/ 1 w 5072180"/>
              <a:gd name="connsiteY2" fmla="*/ 228678 h 4843502"/>
              <a:gd name="connsiteX3" fmla="*/ 0 w 5072180"/>
              <a:gd name="connsiteY3" fmla="*/ 4843502 h 484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180" h="4843502">
                <a:moveTo>
                  <a:pt x="5072180" y="4843501"/>
                </a:moveTo>
                <a:lnTo>
                  <a:pt x="228679" y="0"/>
                </a:lnTo>
                <a:lnTo>
                  <a:pt x="1" y="228678"/>
                </a:lnTo>
                <a:lnTo>
                  <a:pt x="0" y="4843502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334A-5FE3-4DDA-8D32-4796CCFCAA74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8818DF1-D7FD-4C0F-875D-7A07E8F75C06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9BB384-9E14-4CEA-82C1-21837229D3EF}"/>
              </a:ext>
            </a:extLst>
          </p:cNvPr>
          <p:cNvGrpSpPr/>
          <p:nvPr userDrawn="1"/>
        </p:nvGrpSpPr>
        <p:grpSpPr>
          <a:xfrm rot="16200000">
            <a:off x="431651" y="-917359"/>
            <a:ext cx="1532001" cy="1826463"/>
            <a:chOff x="10800164" y="7142066"/>
            <a:chExt cx="2775293" cy="3308724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862A81A-959D-4EAB-90ED-DB20759BB397}"/>
                </a:ext>
              </a:extLst>
            </p:cNvPr>
            <p:cNvSpPr/>
            <p:nvPr/>
          </p:nvSpPr>
          <p:spPr>
            <a:xfrm rot="2700000">
              <a:off x="10800164" y="7675497"/>
              <a:ext cx="2775293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AB9E28C-9422-42BD-AECE-29B44B5D63E2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772239B-C46D-4458-BB4B-DDB12FAB0172}"/>
              </a:ext>
            </a:extLst>
          </p:cNvPr>
          <p:cNvGrpSpPr/>
          <p:nvPr userDrawn="1"/>
        </p:nvGrpSpPr>
        <p:grpSpPr>
          <a:xfrm rot="16200000">
            <a:off x="1992859" y="-497210"/>
            <a:ext cx="818398" cy="986162"/>
            <a:chOff x="10945855" y="7317026"/>
            <a:chExt cx="2483924" cy="2993104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8A2A1A-1FB9-4CA1-B74E-B293187E51AA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F2B18BA-6B43-40FA-A23B-D894D6AB468B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22" name="Slide Number Placeholder 4">
            <a:extLst>
              <a:ext uri="{FF2B5EF4-FFF2-40B4-BE49-F238E27FC236}">
                <a16:creationId xmlns:a16="http://schemas.microsoft.com/office/drawing/2014/main" id="{0F332671-6296-47C8-BF26-B2D962F5D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7772A652-7229-2B42-B87B-298C31D6F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</p:spTree>
    <p:extLst>
      <p:ext uri="{BB962C8B-B14F-4D97-AF65-F5344CB8AC3E}">
        <p14:creationId xmlns:p14="http://schemas.microsoft.com/office/powerpoint/2010/main" val="1675197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lt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9318B2B-E019-4078-9EF0-C9D6281AE31B}"/>
              </a:ext>
            </a:extLst>
          </p:cNvPr>
          <p:cNvGrpSpPr/>
          <p:nvPr userDrawn="1"/>
        </p:nvGrpSpPr>
        <p:grpSpPr>
          <a:xfrm>
            <a:off x="9776075" y="2057401"/>
            <a:ext cx="4413559" cy="3934444"/>
            <a:chOff x="9222437" y="1088097"/>
            <a:chExt cx="5433318" cy="4843502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3E625C0-9656-421F-861F-67C8F93362ED}"/>
                </a:ext>
              </a:extLst>
            </p:cNvPr>
            <p:cNvSpPr/>
            <p:nvPr/>
          </p:nvSpPr>
          <p:spPr>
            <a:xfrm rot="2700000">
              <a:off x="9668983" y="1078460"/>
              <a:ext cx="4406148" cy="5299239"/>
            </a:xfrm>
            <a:custGeom>
              <a:avLst/>
              <a:gdLst>
                <a:gd name="connsiteX0" fmla="*/ 0 w 4406148"/>
                <a:gd name="connsiteY0" fmla="*/ 0 h 5299239"/>
                <a:gd name="connsiteX1" fmla="*/ 4406148 w 4406148"/>
                <a:gd name="connsiteY1" fmla="*/ 4406147 h 5299239"/>
                <a:gd name="connsiteX2" fmla="*/ 3513056 w 4406148"/>
                <a:gd name="connsiteY2" fmla="*/ 5299239 h 5299239"/>
                <a:gd name="connsiteX3" fmla="*/ 1 w 4406148"/>
                <a:gd name="connsiteY3" fmla="*/ 5299239 h 529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6148" h="5299239">
                  <a:moveTo>
                    <a:pt x="0" y="0"/>
                  </a:moveTo>
                  <a:lnTo>
                    <a:pt x="4406148" y="4406147"/>
                  </a:lnTo>
                  <a:lnTo>
                    <a:pt x="3513056" y="5299239"/>
                  </a:lnTo>
                  <a:lnTo>
                    <a:pt x="1" y="5299239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9F8E490-C6E3-4D00-866F-CD85DD88996E}"/>
                </a:ext>
              </a:extLst>
            </p:cNvPr>
            <p:cNvSpPr/>
            <p:nvPr/>
          </p:nvSpPr>
          <p:spPr>
            <a:xfrm rot="8100000" flipH="1">
              <a:off x="9583575" y="1088097"/>
              <a:ext cx="5072180" cy="4843502"/>
            </a:xfrm>
            <a:custGeom>
              <a:avLst/>
              <a:gdLst>
                <a:gd name="connsiteX0" fmla="*/ 5072180 w 5072180"/>
                <a:gd name="connsiteY0" fmla="*/ 4843501 h 4843502"/>
                <a:gd name="connsiteX1" fmla="*/ 228679 w 5072180"/>
                <a:gd name="connsiteY1" fmla="*/ 0 h 4843502"/>
                <a:gd name="connsiteX2" fmla="*/ 1 w 5072180"/>
                <a:gd name="connsiteY2" fmla="*/ 228678 h 4843502"/>
                <a:gd name="connsiteX3" fmla="*/ 0 w 5072180"/>
                <a:gd name="connsiteY3" fmla="*/ 4843502 h 4843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72180" h="4843502">
                  <a:moveTo>
                    <a:pt x="5072180" y="4843501"/>
                  </a:moveTo>
                  <a:lnTo>
                    <a:pt x="228679" y="0"/>
                  </a:lnTo>
                  <a:lnTo>
                    <a:pt x="1" y="228678"/>
                  </a:lnTo>
                  <a:lnTo>
                    <a:pt x="0" y="4843502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/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E8F5B31-1523-46AE-9455-C33DFC1BDDE0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D17048F-C2E1-4775-BC32-50BD6219F89D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AB002AA-4848-49C8-A834-036F860C79A3}"/>
              </a:ext>
            </a:extLst>
          </p:cNvPr>
          <p:cNvGrpSpPr/>
          <p:nvPr userDrawn="1"/>
        </p:nvGrpSpPr>
        <p:grpSpPr>
          <a:xfrm rot="16200000" flipH="1">
            <a:off x="9913705" y="6257994"/>
            <a:ext cx="1052473" cy="1209445"/>
            <a:chOff x="10800165" y="7142066"/>
            <a:chExt cx="2775293" cy="3189215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4B187A8-7F8D-469D-A03B-4F835A5746DE}"/>
                </a:ext>
              </a:extLst>
            </p:cNvPr>
            <p:cNvSpPr/>
            <p:nvPr/>
          </p:nvSpPr>
          <p:spPr>
            <a:xfrm rot="2700000">
              <a:off x="10800166" y="7555988"/>
              <a:ext cx="2775292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3D871D1-A11A-48FB-82A8-8D61AB5CB85C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6F73F836-940E-4B65-A29C-D0869263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11478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B4C115-EFF9-405C-98BE-F4077B9730D0}"/>
              </a:ext>
            </a:extLst>
          </p:cNvPr>
          <p:cNvSpPr/>
          <p:nvPr userDrawn="1"/>
        </p:nvSpPr>
        <p:spPr>
          <a:xfrm>
            <a:off x="533399" y="914400"/>
            <a:ext cx="1944914" cy="1944914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76200">
            <a:solidFill>
              <a:schemeClr val="accent1">
                <a:alpha val="5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C9A300DD-BB54-44ED-A7E4-01CD41EC930F}"/>
              </a:ext>
            </a:extLst>
          </p:cNvPr>
          <p:cNvSpPr txBox="1">
            <a:spLocks/>
          </p:cNvSpPr>
          <p:nvPr userDrawn="1"/>
        </p:nvSpPr>
        <p:spPr>
          <a:xfrm>
            <a:off x="956993" y="923305"/>
            <a:ext cx="1005115" cy="28593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GB" sz="3600" b="0" i="0" kern="120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8400" noProof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rPr>
              <a:t>“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3200400"/>
            <a:ext cx="7551057" cy="28593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00000"/>
              </a:lnSpc>
              <a:defRPr lang="en-GB" sz="3200" b="0" i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Quote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A4E6C1FF-5925-42B3-B7F9-0A0031BD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75316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03618670-D1E4-466C-BDB5-FC890AC31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625385"/>
            <a:ext cx="6718300" cy="4093243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457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07370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0C167E-2626-40DB-AACF-D02543E29B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09700" y="1749570"/>
            <a:ext cx="9372600" cy="33588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474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103A49C-32FF-49E6-86F3-FC2E19517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1825625"/>
            <a:ext cx="11215235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6708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FA80A70-18DE-4DB9-9982-BA75BE54C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681163"/>
            <a:ext cx="5157787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2801C0EF-C078-44B0-AD01-4850E9A65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0812" y="1681163"/>
            <a:ext cx="5157788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7C9DED91-45F6-4308-A085-1EFACA6468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4500" y="2505075"/>
            <a:ext cx="5157787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8" name="Content Placeholder 5">
            <a:extLst>
              <a:ext uri="{FF2B5EF4-FFF2-40B4-BE49-F238E27FC236}">
                <a16:creationId xmlns:a16="http://schemas.microsoft.com/office/drawing/2014/main" id="{0574B5E7-B666-439B-9278-67BE1EA6EB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75412" y="2505075"/>
            <a:ext cx="5183188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916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E796BFF-6E5F-4DE7-B193-F501FC094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3365" y="1517715"/>
            <a:ext cx="5184437" cy="4659248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800100" indent="-34290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57300" indent="-34290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78622754-CA4D-4C27-A37F-B26E7B4C9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4163" y="1517715"/>
            <a:ext cx="5184437" cy="465924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959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ategor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20" name="Picture Placeholder 8">
            <a:extLst>
              <a:ext uri="{FF2B5EF4-FFF2-40B4-BE49-F238E27FC236}">
                <a16:creationId xmlns:a16="http://schemas.microsoft.com/office/drawing/2014/main" id="{6D00E6B4-1CBE-404E-B943-5F1832320C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78212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21" name="Picture Placeholder 8">
            <a:extLst>
              <a:ext uri="{FF2B5EF4-FFF2-40B4-BE49-F238E27FC236}">
                <a16:creationId xmlns:a16="http://schemas.microsoft.com/office/drawing/2014/main" id="{7CD59BFD-62BE-4E33-92A5-B84A2A9A8D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22230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22" name="Picture Placeholder 8">
            <a:extLst>
              <a:ext uri="{FF2B5EF4-FFF2-40B4-BE49-F238E27FC236}">
                <a16:creationId xmlns:a16="http://schemas.microsoft.com/office/drawing/2014/main" id="{60DC5978-55B8-421D-91B4-29F8210A7B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66248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23" name="Picture Placeholder 8">
            <a:extLst>
              <a:ext uri="{FF2B5EF4-FFF2-40B4-BE49-F238E27FC236}">
                <a16:creationId xmlns:a16="http://schemas.microsoft.com/office/drawing/2014/main" id="{BE3FB8C3-2C7E-4C59-8BD5-53FA2772DB5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10266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24" name="Picture Placeholder 8">
            <a:extLst>
              <a:ext uri="{FF2B5EF4-FFF2-40B4-BE49-F238E27FC236}">
                <a16:creationId xmlns:a16="http://schemas.microsoft.com/office/drawing/2014/main" id="{FD8FA9DA-C36B-4889-B88F-28B5829E53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54283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19894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5F72315-51A9-431C-B80A-45E4FB1D6BD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63912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883D1F0C-34F1-46E1-B178-E4AB82B1463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207930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7202A849-DF14-40E7-B38D-1185F72603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51948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CCFC1ADF-AC11-4CCD-AC2D-478B6FFEA5E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695965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4CB326-DA0E-488E-B236-7017E8438FBB}"/>
              </a:ext>
            </a:extLst>
          </p:cNvPr>
          <p:cNvCxnSpPr/>
          <p:nvPr userDrawn="1"/>
        </p:nvCxnSpPr>
        <p:spPr>
          <a:xfrm>
            <a:off x="1242354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66B533-7212-4A36-9CE2-D6302E721F8F}"/>
              </a:ext>
            </a:extLst>
          </p:cNvPr>
          <p:cNvCxnSpPr/>
          <p:nvPr userDrawn="1"/>
        </p:nvCxnSpPr>
        <p:spPr>
          <a:xfrm>
            <a:off x="3486372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7474CD-E230-4E14-8274-5E20F673F401}"/>
              </a:ext>
            </a:extLst>
          </p:cNvPr>
          <p:cNvCxnSpPr/>
          <p:nvPr userDrawn="1"/>
        </p:nvCxnSpPr>
        <p:spPr>
          <a:xfrm>
            <a:off x="5730390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BF71FCE-6F39-4D2F-82BE-7D9F1D2ED59F}"/>
              </a:ext>
            </a:extLst>
          </p:cNvPr>
          <p:cNvCxnSpPr/>
          <p:nvPr userDrawn="1"/>
        </p:nvCxnSpPr>
        <p:spPr>
          <a:xfrm>
            <a:off x="7974408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97AC7A-17D9-4F42-9DD0-94FE4FC6BF19}"/>
              </a:ext>
            </a:extLst>
          </p:cNvPr>
          <p:cNvCxnSpPr/>
          <p:nvPr userDrawn="1"/>
        </p:nvCxnSpPr>
        <p:spPr>
          <a:xfrm>
            <a:off x="10218425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762663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3 Sec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/>
              <a:t>Insert image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642D3CE0-C3B4-4F3F-A650-AB452B3AD4B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44169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DBED2BB0-CDAD-40EE-8B35-C66DF45EE2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4624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47457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94020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486826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30B3A574-7940-4E35-857E-5CA35A591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10087" y="1444649"/>
            <a:ext cx="7548513" cy="457907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06501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A015C605-1D30-48BC-A0D6-3B11AF56C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4290" y="1444649"/>
            <a:ext cx="7694310" cy="4579079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89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4494CD2-CCDD-0248-96F8-741002C44255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9" name="Freeform: Shape 9">
            <a:extLst>
              <a:ext uri="{FF2B5EF4-FFF2-40B4-BE49-F238E27FC236}">
                <a16:creationId xmlns:a16="http://schemas.microsoft.com/office/drawing/2014/main" id="{07077B00-C1EE-7241-B441-7814F92A7EDF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20" name="Freeform: Shape 17">
            <a:extLst>
              <a:ext uri="{FF2B5EF4-FFF2-40B4-BE49-F238E27FC236}">
                <a16:creationId xmlns:a16="http://schemas.microsoft.com/office/drawing/2014/main" id="{3A1AEBC4-637E-F64C-9192-69AC4BB26D0C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669A7039-C54C-8E46-9A8B-DDB2547D989C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2" name="Freeform: Shape 7">
            <a:extLst>
              <a:ext uri="{FF2B5EF4-FFF2-40B4-BE49-F238E27FC236}">
                <a16:creationId xmlns:a16="http://schemas.microsoft.com/office/drawing/2014/main" id="{4F173B32-87BB-9A40-8C91-4C1EED2B7ABF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AC87F4E-12B5-1B42-AFD2-4DB39B7645C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25" name="Freeform: Shape 15">
              <a:extLst>
                <a:ext uri="{FF2B5EF4-FFF2-40B4-BE49-F238E27FC236}">
                  <a16:creationId xmlns:a16="http://schemas.microsoft.com/office/drawing/2014/main" id="{03DD8765-59DF-A045-ADB5-E39FAEE153A0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26" name="Freeform: Shape 16">
              <a:extLst>
                <a:ext uri="{FF2B5EF4-FFF2-40B4-BE49-F238E27FC236}">
                  <a16:creationId xmlns:a16="http://schemas.microsoft.com/office/drawing/2014/main" id="{B34B796C-A407-7B4D-B4F0-E58A44FE8DB4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30" name="Freeform: Shape 23">
            <a:extLst>
              <a:ext uri="{FF2B5EF4-FFF2-40B4-BE49-F238E27FC236}">
                <a16:creationId xmlns:a16="http://schemas.microsoft.com/office/drawing/2014/main" id="{CBE3FDC9-67CB-FA42-B127-A36BFF4678BB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31" name="Slide Number Placeholder 4">
            <a:extLst>
              <a:ext uri="{FF2B5EF4-FFF2-40B4-BE49-F238E27FC236}">
                <a16:creationId xmlns:a16="http://schemas.microsoft.com/office/drawing/2014/main" id="{1E902BFF-CA8F-D745-A819-A7BB38B3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72304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A7FF9D7-8545-4547-AC77-A0421EEB9B99}"/>
              </a:ext>
            </a:extLst>
          </p:cNvPr>
          <p:cNvGrpSpPr/>
          <p:nvPr userDrawn="1"/>
        </p:nvGrpSpPr>
        <p:grpSpPr>
          <a:xfrm>
            <a:off x="0" y="0"/>
            <a:ext cx="6881966" cy="6858876"/>
            <a:chOff x="-5321" y="1096"/>
            <a:chExt cx="5924073" cy="5904197"/>
          </a:xfrm>
        </p:grpSpPr>
        <p:sp>
          <p:nvSpPr>
            <p:cNvPr id="17" name="Right Triangle 16">
              <a:extLst>
                <a:ext uri="{FF2B5EF4-FFF2-40B4-BE49-F238E27FC236}">
                  <a16:creationId xmlns:a16="http://schemas.microsoft.com/office/drawing/2014/main" id="{8DCD5806-2A2F-4ABF-8057-245681C498E6}"/>
                </a:ext>
              </a:extLst>
            </p:cNvPr>
            <p:cNvSpPr/>
            <p:nvPr userDrawn="1"/>
          </p:nvSpPr>
          <p:spPr>
            <a:xfrm rot="16200000" flipH="1" flipV="1">
              <a:off x="4618" y="-8842"/>
              <a:ext cx="5904196" cy="5924073"/>
            </a:xfrm>
            <a:prstGeom prst="rtTriangl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8" name="Right Triangle 17">
              <a:extLst>
                <a:ext uri="{FF2B5EF4-FFF2-40B4-BE49-F238E27FC236}">
                  <a16:creationId xmlns:a16="http://schemas.microsoft.com/office/drawing/2014/main" id="{3A93038F-E9E4-4FFD-B3DF-28DB7C2C1490}"/>
                </a:ext>
              </a:extLst>
            </p:cNvPr>
            <p:cNvSpPr/>
            <p:nvPr userDrawn="1"/>
          </p:nvSpPr>
          <p:spPr>
            <a:xfrm rot="16200000" flipH="1" flipV="1">
              <a:off x="3941" y="-8164"/>
              <a:ext cx="5501471" cy="5519993"/>
            </a:xfrm>
            <a:prstGeom prst="rtTriangle">
              <a:avLst/>
            </a:prstGeom>
            <a:pattFill prst="dkHorz">
              <a:fgClr>
                <a:schemeClr val="accent1"/>
              </a:fgClr>
              <a:bgClr>
                <a:schemeClr val="accent2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9" name="Right Triangle 18">
              <a:extLst>
                <a:ext uri="{FF2B5EF4-FFF2-40B4-BE49-F238E27FC236}">
                  <a16:creationId xmlns:a16="http://schemas.microsoft.com/office/drawing/2014/main" id="{5DEA1E02-BBD0-4AE3-AF22-433B90272178}"/>
                </a:ext>
              </a:extLst>
            </p:cNvPr>
            <p:cNvSpPr/>
            <p:nvPr userDrawn="1"/>
          </p:nvSpPr>
          <p:spPr>
            <a:xfrm rot="16200000" flipH="1" flipV="1">
              <a:off x="3131" y="-7355"/>
              <a:ext cx="5019818" cy="5036720"/>
            </a:xfrm>
            <a:prstGeom prst="rtTriangl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217242" y="2807208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36386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360242" y="3429000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024DCDB-C6BF-455E-AAB8-EAF9DAB302A1}"/>
              </a:ext>
            </a:extLst>
          </p:cNvPr>
          <p:cNvSpPr/>
          <p:nvPr userDrawn="1"/>
        </p:nvSpPr>
        <p:spPr>
          <a:xfrm rot="13500000">
            <a:off x="-729899" y="-1215856"/>
            <a:ext cx="6043521" cy="8427077"/>
          </a:xfrm>
          <a:custGeom>
            <a:avLst/>
            <a:gdLst>
              <a:gd name="connsiteX0" fmla="*/ 6043521 w 6043521"/>
              <a:gd name="connsiteY0" fmla="*/ 4267535 h 8427077"/>
              <a:gd name="connsiteX1" fmla="*/ 1883979 w 6043521"/>
              <a:gd name="connsiteY1" fmla="*/ 8427077 h 8427077"/>
              <a:gd name="connsiteX2" fmla="*/ 0 w 6043521"/>
              <a:gd name="connsiteY2" fmla="*/ 8427077 h 8427077"/>
              <a:gd name="connsiteX3" fmla="*/ 0 w 6043521"/>
              <a:gd name="connsiteY3" fmla="*/ 1775986 h 8427077"/>
              <a:gd name="connsiteX4" fmla="*/ 1775985 w 6043521"/>
              <a:gd name="connsiteY4" fmla="*/ 0 h 8427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8427077">
                <a:moveTo>
                  <a:pt x="6043521" y="4267535"/>
                </a:moveTo>
                <a:lnTo>
                  <a:pt x="1883979" y="8427077"/>
                </a:lnTo>
                <a:lnTo>
                  <a:pt x="0" y="8427077"/>
                </a:lnTo>
                <a:lnTo>
                  <a:pt x="0" y="1775986"/>
                </a:lnTo>
                <a:lnTo>
                  <a:pt x="1775985" y="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6AFB47A-5D51-4F9C-B01B-977CE5E3C093}"/>
              </a:ext>
            </a:extLst>
          </p:cNvPr>
          <p:cNvSpPr/>
          <p:nvPr userDrawn="1"/>
        </p:nvSpPr>
        <p:spPr>
          <a:xfrm rot="13500000">
            <a:off x="-1145231" y="-2123853"/>
            <a:ext cx="6043521" cy="9008880"/>
          </a:xfrm>
          <a:custGeom>
            <a:avLst/>
            <a:gdLst>
              <a:gd name="connsiteX0" fmla="*/ 6043521 w 6043521"/>
              <a:gd name="connsiteY0" fmla="*/ 4849338 h 9008880"/>
              <a:gd name="connsiteX1" fmla="*/ 1883979 w 6043521"/>
              <a:gd name="connsiteY1" fmla="*/ 9008880 h 9008880"/>
              <a:gd name="connsiteX2" fmla="*/ 0 w 6043521"/>
              <a:gd name="connsiteY2" fmla="*/ 9008880 h 9008880"/>
              <a:gd name="connsiteX3" fmla="*/ 0 w 6043521"/>
              <a:gd name="connsiteY3" fmla="*/ 1194182 h 9008880"/>
              <a:gd name="connsiteX4" fmla="*/ 1194182 w 6043521"/>
              <a:gd name="connsiteY4" fmla="*/ 0 h 9008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9008880">
                <a:moveTo>
                  <a:pt x="6043521" y="4849338"/>
                </a:moveTo>
                <a:lnTo>
                  <a:pt x="1883979" y="9008880"/>
                </a:lnTo>
                <a:lnTo>
                  <a:pt x="0" y="9008880"/>
                </a:lnTo>
                <a:lnTo>
                  <a:pt x="0" y="1194182"/>
                </a:lnTo>
                <a:lnTo>
                  <a:pt x="1194182" y="0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6997A4FF-7390-4173-8ACD-6CF7145AACEC}"/>
              </a:ext>
            </a:extLst>
          </p:cNvPr>
          <p:cNvSpPr/>
          <p:nvPr userDrawn="1"/>
        </p:nvSpPr>
        <p:spPr>
          <a:xfrm rot="18900000" flipH="1">
            <a:off x="-2681153" y="-465959"/>
            <a:ext cx="8639119" cy="5739762"/>
          </a:xfrm>
          <a:custGeom>
            <a:avLst/>
            <a:gdLst>
              <a:gd name="connsiteX0" fmla="*/ 3789781 w 8639119"/>
              <a:gd name="connsiteY0" fmla="*/ 0 h 5739762"/>
              <a:gd name="connsiteX1" fmla="*/ 0 w 8639119"/>
              <a:gd name="connsiteY1" fmla="*/ 3789782 h 5739762"/>
              <a:gd name="connsiteX2" fmla="*/ 0 w 8639119"/>
              <a:gd name="connsiteY2" fmla="*/ 5739761 h 5739762"/>
              <a:gd name="connsiteX3" fmla="*/ 7748695 w 8639119"/>
              <a:gd name="connsiteY3" fmla="*/ 5739762 h 5739762"/>
              <a:gd name="connsiteX4" fmla="*/ 8639119 w 8639119"/>
              <a:gd name="connsiteY4" fmla="*/ 4849338 h 5739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9119" h="5739762">
                <a:moveTo>
                  <a:pt x="3789781" y="0"/>
                </a:moveTo>
                <a:lnTo>
                  <a:pt x="0" y="3789782"/>
                </a:lnTo>
                <a:lnTo>
                  <a:pt x="0" y="5739761"/>
                </a:lnTo>
                <a:lnTo>
                  <a:pt x="7748695" y="5739762"/>
                </a:lnTo>
                <a:lnTo>
                  <a:pt x="8639119" y="4849338"/>
                </a:lnTo>
                <a:close/>
              </a:path>
            </a:pathLst>
          </a:custGeom>
          <a:solidFill>
            <a:schemeClr val="accent1">
              <a:lumMod val="50000"/>
              <a:alpha val="51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1851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1B0E15-6FC5-434E-8780-B186D9D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7B128-34F3-405C-B601-8BAFDB43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820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A7754-E8C7-438B-922D-9027C6CF5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2500" y="6356350"/>
            <a:ext cx="66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63D6C4-4840-40CC-AC84-17E24B3B7BDE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DDB7D-9189-9548-A2B9-81DC62C3C1A3}"/>
              </a:ext>
            </a:extLst>
          </p:cNvPr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7" name="Freeform: Shape 9">
            <a:extLst>
              <a:ext uri="{FF2B5EF4-FFF2-40B4-BE49-F238E27FC236}">
                <a16:creationId xmlns:a16="http://schemas.microsoft.com/office/drawing/2014/main" id="{096D8877-6B4A-4540-8927-767DD7401718}"/>
              </a:ext>
            </a:extLst>
          </p:cNvPr>
          <p:cNvSpPr/>
          <p:nvPr userDrawn="1"/>
        </p:nvSpPr>
        <p:spPr>
          <a:xfrm>
            <a:off x="0" y="1"/>
            <a:ext cx="12192001" cy="6857999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8" name="Freeform: Shape 17">
            <a:extLst>
              <a:ext uri="{FF2B5EF4-FFF2-40B4-BE49-F238E27FC236}">
                <a16:creationId xmlns:a16="http://schemas.microsoft.com/office/drawing/2014/main" id="{5AF2E123-FE0F-8541-8E36-5030C450AA7E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/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E5519D99-3B68-924A-9CD0-14B911711CA8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Freeform: Shape 7">
            <a:extLst>
              <a:ext uri="{FF2B5EF4-FFF2-40B4-BE49-F238E27FC236}">
                <a16:creationId xmlns:a16="http://schemas.microsoft.com/office/drawing/2014/main" id="{A09E21A9-FBEF-144C-A152-FE484F3C55C1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C7F2CB-A8CE-1545-A08D-93592C4BAEEA}"/>
              </a:ext>
            </a:extLst>
          </p:cNvPr>
          <p:cNvSpPr txBox="1">
            <a:spLocks/>
          </p:cNvSpPr>
          <p:nvPr userDrawn="1"/>
        </p:nvSpPr>
        <p:spPr>
          <a:xfrm>
            <a:off x="444500" y="542925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en-US" noProof="0">
                <a:latin typeface="+mj-lt"/>
              </a:rPr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68FCE4-1B47-3C4B-B091-013120A97D0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3" name="Freeform: Shape 15">
              <a:extLst>
                <a:ext uri="{FF2B5EF4-FFF2-40B4-BE49-F238E27FC236}">
                  <a16:creationId xmlns:a16="http://schemas.microsoft.com/office/drawing/2014/main" id="{FEC3FDE7-F27E-5E4E-8752-287CAB7792D4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14" name="Freeform: Shape 16">
              <a:extLst>
                <a:ext uri="{FF2B5EF4-FFF2-40B4-BE49-F238E27FC236}">
                  <a16:creationId xmlns:a16="http://schemas.microsoft.com/office/drawing/2014/main" id="{81C902DB-0D21-5044-82B6-9E7A70A1BF62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1E08A0-195D-694F-947B-986A76FBB93E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6" name="Rectangle: Single Corner Snipped 18">
              <a:extLst>
                <a:ext uri="{FF2B5EF4-FFF2-40B4-BE49-F238E27FC236}">
                  <a16:creationId xmlns:a16="http://schemas.microsoft.com/office/drawing/2014/main" id="{ED5DFFCD-1EE3-E64E-B51F-BD7D72413E0B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chemeClr val="accent5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/>
            </a:p>
          </p:txBody>
        </p:sp>
        <p:sp>
          <p:nvSpPr>
            <p:cNvPr id="17" name="Rectangle: Single Corner Snipped 2">
              <a:extLst>
                <a:ext uri="{FF2B5EF4-FFF2-40B4-BE49-F238E27FC236}">
                  <a16:creationId xmlns:a16="http://schemas.microsoft.com/office/drawing/2014/main" id="{C12DB3CA-8E64-AA43-BFBE-A2CA9A816DBE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18" name="Freeform: Shape 23">
            <a:extLst>
              <a:ext uri="{FF2B5EF4-FFF2-40B4-BE49-F238E27FC236}">
                <a16:creationId xmlns:a16="http://schemas.microsoft.com/office/drawing/2014/main" id="{A587DEFD-D470-4142-8E0D-A71DDB147C92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7D9BF857-7910-734D-A217-5E3344220AA2}"/>
              </a:ext>
            </a:extLst>
          </p:cNvPr>
          <p:cNvSpPr txBox="1">
            <a:spLocks/>
          </p:cNvSpPr>
          <p:nvPr userDrawn="1"/>
        </p:nvSpPr>
        <p:spPr>
          <a:xfrm>
            <a:off x="11252200" y="6315075"/>
            <a:ext cx="406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Trade Gothic LT Pro" panose="020B0503040303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6609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0" r:id="rId3"/>
    <p:sldLayoutId id="2147483666" r:id="rId4"/>
    <p:sldLayoutId id="2147483654" r:id="rId5"/>
    <p:sldLayoutId id="2147483661" r:id="rId6"/>
    <p:sldLayoutId id="2147483677" r:id="rId7"/>
    <p:sldLayoutId id="2147483674" r:id="rId8"/>
    <p:sldLayoutId id="2147483665" r:id="rId9"/>
    <p:sldLayoutId id="2147483673" r:id="rId10"/>
    <p:sldLayoutId id="2147483662" r:id="rId11"/>
    <p:sldLayoutId id="2147483663" r:id="rId12"/>
    <p:sldLayoutId id="2147483664" r:id="rId13"/>
    <p:sldLayoutId id="2147483675" r:id="rId14"/>
    <p:sldLayoutId id="2147483676" r:id="rId15"/>
    <p:sldLayoutId id="2147483672" r:id="rId16"/>
    <p:sldLayoutId id="2147483667" r:id="rId17"/>
    <p:sldLayoutId id="21474836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D0B7ED-DB48-3961-9A22-9285F55C50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7036" y="5711975"/>
            <a:ext cx="6803136" cy="365760"/>
          </a:xfrm>
        </p:spPr>
        <p:txBody>
          <a:bodyPr vert="horz" lIns="91440" tIns="45720" rIns="91440" bIns="45720" rtlCol="0" anchor="t">
            <a:normAutofit fontScale="25000" lnSpcReduction="20000"/>
          </a:bodyPr>
          <a:lstStyle/>
          <a:p>
            <a:pPr algn="ctr"/>
            <a:r>
              <a:rPr lang="en-US" sz="9600">
                <a:cs typeface="Arial"/>
              </a:rPr>
              <a:t>Supervised By: </a:t>
            </a:r>
            <a:r>
              <a:rPr lang="en-US" sz="9600" b="1">
                <a:solidFill>
                  <a:srgbClr val="000000"/>
                </a:solidFill>
                <a:cs typeface="Arial"/>
              </a:rPr>
              <a:t> Dr </a:t>
            </a:r>
            <a:r>
              <a:rPr lang="en-US" sz="9600" b="1" err="1">
                <a:solidFill>
                  <a:srgbClr val="000000"/>
                </a:solidFill>
                <a:cs typeface="Arial"/>
              </a:rPr>
              <a:t>Nkemeni</a:t>
            </a:r>
            <a:r>
              <a:rPr lang="en-US" sz="9600" b="1">
                <a:solidFill>
                  <a:srgbClr val="000000"/>
                </a:solidFill>
                <a:cs typeface="Arial"/>
              </a:rPr>
              <a:t> Valery</a:t>
            </a:r>
            <a:endParaRPr lang="en-US" sz="1200" b="1">
              <a:solidFill>
                <a:srgbClr val="000000"/>
              </a:solidFill>
            </a:endParaRPr>
          </a:p>
          <a:p>
            <a:br>
              <a:rPr lang="en-US"/>
            </a:b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67C0B6-2157-19A5-F468-2B4C0283E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1</a:t>
            </a:fld>
            <a:endParaRPr lang="en-US" noProof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4C7486-EDF7-83FD-C539-F0567FA8E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104" y="3690896"/>
            <a:ext cx="10269950" cy="1321726"/>
          </a:xfrm>
        </p:spPr>
        <p:txBody>
          <a:bodyPr>
            <a:normAutofit fontScale="90000"/>
          </a:bodyPr>
          <a:lstStyle/>
          <a:p>
            <a:pPr algn="ctr"/>
            <a:r>
              <a:rPr lang="en-US"/>
              <a:t>MOBILE APP DEVELOPMENT PROCESS</a:t>
            </a:r>
          </a:p>
        </p:txBody>
      </p:sp>
      <p:pic>
        <p:nvPicPr>
          <p:cNvPr id="5" name="Image 4" descr="Une image contenant personne, gadget, Appareil de communications portable, Appareil de communication&#10;&#10;Le contenu généré par l’IA peut être incorrect.">
            <a:extLst>
              <a:ext uri="{FF2B5EF4-FFF2-40B4-BE49-F238E27FC236}">
                <a16:creationId xmlns:a16="http://schemas.microsoft.com/office/drawing/2014/main" id="{0E0C91B6-D246-0F54-5DC3-1176C46DC5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183169"/>
            <a:ext cx="8582526" cy="3069346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AA70DF1F-4675-6104-6DEE-9812D06E0321}"/>
              </a:ext>
            </a:extLst>
          </p:cNvPr>
          <p:cNvSpPr txBox="1"/>
          <p:nvPr/>
        </p:nvSpPr>
        <p:spPr>
          <a:xfrm>
            <a:off x="529935" y="5140541"/>
            <a:ext cx="3217264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>
                <a:solidFill>
                  <a:schemeClr val="bg1"/>
                </a:solidFill>
                <a:cs typeface="Arial"/>
              </a:rPr>
              <a:t>PRESENTED BY:</a:t>
            </a:r>
            <a:r>
              <a:rPr lang="fr-FR" sz="2800">
                <a:solidFill>
                  <a:schemeClr val="bg1"/>
                </a:solidFill>
                <a:cs typeface="Arial"/>
              </a:rPr>
              <a:t> GROUP 11</a:t>
            </a:r>
          </a:p>
        </p:txBody>
      </p:sp>
    </p:spTree>
    <p:extLst>
      <p:ext uri="{BB962C8B-B14F-4D97-AF65-F5344CB8AC3E}">
        <p14:creationId xmlns:p14="http://schemas.microsoft.com/office/powerpoint/2010/main" val="4201922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DE0C84-5595-0111-701F-DB8AFB84B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2</a:t>
            </a:fld>
            <a:endParaRPr lang="en-US" noProof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C26C42D-B6B1-6CD2-5EC1-FA5AA7F84E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690105"/>
              </p:ext>
            </p:extLst>
          </p:nvPr>
        </p:nvGraphicFramePr>
        <p:xfrm>
          <a:off x="1190625" y="1881187"/>
          <a:ext cx="9801687" cy="355573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918471">
                  <a:extLst>
                    <a:ext uri="{9D8B030D-6E8A-4147-A177-3AD203B41FA5}">
                      <a16:colId xmlns:a16="http://schemas.microsoft.com/office/drawing/2014/main" val="1760310638"/>
                    </a:ext>
                  </a:extLst>
                </a:gridCol>
                <a:gridCol w="4883216">
                  <a:extLst>
                    <a:ext uri="{9D8B030D-6E8A-4147-A177-3AD203B41FA5}">
                      <a16:colId xmlns:a16="http://schemas.microsoft.com/office/drawing/2014/main" val="600983082"/>
                    </a:ext>
                  </a:extLst>
                </a:gridCol>
              </a:tblGrid>
              <a:tr h="711146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Name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Matricule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2404044"/>
                  </a:ext>
                </a:extLst>
              </a:tr>
              <a:tr h="711146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FUNWI KELSEA NDOHNWI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FE23A066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197550"/>
                  </a:ext>
                </a:extLst>
              </a:tr>
              <a:tr h="711146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NGADANG ASSONFACK P. ESTELLE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FE23A109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750081"/>
                  </a:ext>
                </a:extLst>
              </a:tr>
              <a:tr h="711146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ATEH SWIRRI FOFANG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FE23A018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0573384"/>
                  </a:ext>
                </a:extLst>
              </a:tr>
              <a:tr h="711146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TABOT GHISLAIN OROCK 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FE23A146</a:t>
                      </a: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1375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2637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3BD8413-C238-49D7-A4E1-E8FEF1811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pPr algn="ctr"/>
            <a:r>
              <a:rPr lang="fr-FR">
                <a:latin typeface="Arial"/>
                <a:cs typeface="Arial"/>
              </a:rPr>
              <a:t>INTRODUCTION TO MOBILE APPS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24BF10-2B55-43AB-9F77-F1A141038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95F4DE-39B7-4CE2-BC1E-8B8AE662A8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9908" y="1515508"/>
            <a:ext cx="7041405" cy="78625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fr-FR" sz="2000" dirty="0">
                <a:cs typeface="Arial"/>
              </a:rPr>
              <a:t>Mobile applications are software programs </a:t>
            </a:r>
            <a:r>
              <a:rPr lang="fr-FR" sz="2000" dirty="0" err="1">
                <a:cs typeface="Arial"/>
              </a:rPr>
              <a:t>developed</a:t>
            </a:r>
            <a:r>
              <a:rPr lang="fr-FR" sz="2000" dirty="0">
                <a:cs typeface="Arial"/>
              </a:rPr>
              <a:t> to run on mobile </a:t>
            </a:r>
            <a:r>
              <a:rPr lang="fr-FR" sz="2000" dirty="0" err="1">
                <a:cs typeface="Arial"/>
              </a:rPr>
              <a:t>devices</a:t>
            </a:r>
            <a:r>
              <a:rPr lang="fr-FR" sz="2000" dirty="0">
                <a:cs typeface="Arial"/>
              </a:rPr>
              <a:t> </a:t>
            </a:r>
            <a:r>
              <a:rPr lang="fr-FR" sz="2000" dirty="0" err="1">
                <a:cs typeface="Arial"/>
              </a:rPr>
              <a:t>such</a:t>
            </a:r>
            <a:r>
              <a:rPr lang="fr-FR" sz="2000" dirty="0">
                <a:cs typeface="Arial"/>
              </a:rPr>
              <a:t> as smartphones and </a:t>
            </a:r>
            <a:r>
              <a:rPr lang="fr-FR" sz="2000" dirty="0" err="1">
                <a:cs typeface="Arial"/>
              </a:rPr>
              <a:t>tablets</a:t>
            </a:r>
            <a:r>
              <a:rPr lang="fr-FR" sz="2000" dirty="0">
                <a:cs typeface="Arial"/>
              </a:rPr>
              <a:t>.</a:t>
            </a:r>
            <a:endParaRPr lang="en-US" sz="2000" dirty="0">
              <a:cs typeface="Arial"/>
            </a:endParaRPr>
          </a:p>
          <a:p>
            <a:pPr marL="0" indent="0">
              <a:buNone/>
            </a:pPr>
            <a:endParaRPr lang="fr-FR" sz="2000" dirty="0">
              <a:cs typeface="Arial"/>
            </a:endParaRP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92B59C4-402A-1FC0-5A3D-D195CC7649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3771852"/>
            <a:ext cx="10444217" cy="272578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fr-FR" b="1" i="1" dirty="0" err="1">
                <a:latin typeface="Helvetica" pitchFamily="2" charset="0"/>
                <a:cs typeface="Arial"/>
              </a:rPr>
              <a:t>Development</a:t>
            </a:r>
            <a:r>
              <a:rPr lang="fr-FR" b="1" i="1" dirty="0">
                <a:latin typeface="Helvetica" pitchFamily="2" charset="0"/>
                <a:cs typeface="Arial"/>
              </a:rPr>
              <a:t> </a:t>
            </a:r>
            <a:r>
              <a:rPr lang="fr-FR" b="1" i="1" dirty="0" err="1">
                <a:latin typeface="Helvetica" pitchFamily="2" charset="0"/>
                <a:cs typeface="Arial"/>
              </a:rPr>
              <a:t>method</a:t>
            </a:r>
            <a:r>
              <a:rPr lang="fr-FR" b="1" i="1" dirty="0">
                <a:latin typeface="Helvetica" pitchFamily="2" charset="0"/>
                <a:cs typeface="Arial"/>
              </a:rPr>
              <a:t>: </a:t>
            </a:r>
            <a:r>
              <a:rPr lang="en-US" dirty="0"/>
              <a:t>This refers to how the app is built.</a:t>
            </a:r>
            <a:endParaRPr lang="en-US" b="1" i="1" dirty="0">
              <a:latin typeface="Helvetica" pitchFamily="2" charset="0"/>
            </a:endParaRPr>
          </a:p>
          <a:p>
            <a:pPr marL="0" indent="0">
              <a:buNone/>
            </a:pPr>
            <a:endParaRPr lang="fr-FR" b="1" i="1" dirty="0">
              <a:latin typeface="Helvetica" pitchFamily="2" charset="0"/>
              <a:cs typeface="Arial"/>
            </a:endParaRPr>
          </a:p>
          <a:p>
            <a:r>
              <a:rPr lang="fr-FR" b="1" i="1" dirty="0">
                <a:latin typeface="Helvetica" pitchFamily="2" charset="0"/>
                <a:cs typeface="Arial"/>
              </a:rPr>
              <a:t>Platform compatibility: This </a:t>
            </a:r>
            <a:r>
              <a:rPr lang="fr-FR" b="1" i="1" dirty="0" err="1">
                <a:latin typeface="Helvetica" pitchFamily="2" charset="0"/>
                <a:cs typeface="Arial"/>
              </a:rPr>
              <a:t>means</a:t>
            </a:r>
            <a:r>
              <a:rPr lang="fr-FR" b="1" i="1" dirty="0">
                <a:latin typeface="Helvetica" pitchFamily="2" charset="0"/>
                <a:cs typeface="Arial"/>
              </a:rPr>
              <a:t> </a:t>
            </a:r>
            <a:r>
              <a:rPr lang="fr-FR" b="1" i="1" dirty="0" err="1">
                <a:latin typeface="Helvetica" pitchFamily="2" charset="0"/>
                <a:cs typeface="Arial"/>
              </a:rPr>
              <a:t>which</a:t>
            </a:r>
            <a:r>
              <a:rPr lang="fr-FR" b="1" i="1" dirty="0">
                <a:latin typeface="Helvetica" pitchFamily="2" charset="0"/>
                <a:cs typeface="Arial"/>
              </a:rPr>
              <a:t> </a:t>
            </a:r>
            <a:r>
              <a:rPr lang="fr-FR" b="1" i="1" dirty="0" err="1">
                <a:latin typeface="Helvetica" pitchFamily="2" charset="0"/>
                <a:cs typeface="Arial"/>
              </a:rPr>
              <a:t>devices</a:t>
            </a:r>
            <a:r>
              <a:rPr lang="fr-FR" b="1" i="1" dirty="0">
                <a:latin typeface="Helvetica" pitchFamily="2" charset="0"/>
                <a:cs typeface="Arial"/>
              </a:rPr>
              <a:t> or operating </a:t>
            </a:r>
            <a:r>
              <a:rPr lang="fr-FR" b="1" i="1" dirty="0" err="1">
                <a:latin typeface="Helvetica" pitchFamily="2" charset="0"/>
                <a:cs typeface="Arial"/>
              </a:rPr>
              <a:t>systems</a:t>
            </a:r>
            <a:r>
              <a:rPr lang="fr-FR" b="1" i="1" dirty="0">
                <a:latin typeface="Helvetica" pitchFamily="2" charset="0"/>
                <a:cs typeface="Arial"/>
              </a:rPr>
              <a:t> the app can run on.</a:t>
            </a:r>
            <a:endParaRPr lang="en-US" b="1" i="1" dirty="0">
              <a:latin typeface="Helvetica" pitchFamily="2" charset="0"/>
              <a:cs typeface="Arial"/>
            </a:endParaRPr>
          </a:p>
          <a:p>
            <a:endParaRPr lang="fr-FR" b="1" i="1" dirty="0">
              <a:latin typeface="Helvetica" pitchFamily="2" charset="0"/>
              <a:cs typeface="Arial"/>
            </a:endParaRPr>
          </a:p>
          <a:p>
            <a:r>
              <a:rPr lang="fr-FR" b="1" i="1" dirty="0">
                <a:latin typeface="Helvetica" pitchFamily="2" charset="0"/>
                <a:cs typeface="Arial"/>
              </a:rPr>
              <a:t>Hardware </a:t>
            </a:r>
            <a:r>
              <a:rPr lang="fr-FR" b="1" i="1" dirty="0" err="1">
                <a:latin typeface="Helvetica" pitchFamily="2" charset="0"/>
                <a:cs typeface="Arial"/>
              </a:rPr>
              <a:t>accessibility</a:t>
            </a:r>
            <a:r>
              <a:rPr lang="fr-FR" b="1" i="1" dirty="0">
                <a:latin typeface="Helvetica" pitchFamily="2" charset="0"/>
                <a:cs typeface="Arial"/>
              </a:rPr>
              <a:t> : This </a:t>
            </a:r>
            <a:r>
              <a:rPr lang="fr-FR" b="1" i="1" dirty="0" err="1">
                <a:latin typeface="Helvetica" pitchFamily="2" charset="0"/>
                <a:cs typeface="Arial"/>
              </a:rPr>
              <a:t>refers</a:t>
            </a:r>
            <a:r>
              <a:rPr lang="fr-FR" b="1" i="1" dirty="0">
                <a:latin typeface="Helvetica" pitchFamily="2" charset="0"/>
                <a:cs typeface="Arial"/>
              </a:rPr>
              <a:t> to how </a:t>
            </a:r>
            <a:r>
              <a:rPr lang="fr-FR" b="1" i="1" dirty="0" err="1">
                <a:latin typeface="Helvetica" pitchFamily="2" charset="0"/>
                <a:cs typeface="Arial"/>
              </a:rPr>
              <a:t>much</a:t>
            </a:r>
            <a:r>
              <a:rPr lang="fr-FR" b="1" i="1" dirty="0">
                <a:latin typeface="Helvetica" pitchFamily="2" charset="0"/>
                <a:cs typeface="Arial"/>
              </a:rPr>
              <a:t> of the </a:t>
            </a:r>
            <a:r>
              <a:rPr lang="fr-FR" b="1" i="1" dirty="0" err="1">
                <a:latin typeface="Helvetica" pitchFamily="2" charset="0"/>
                <a:cs typeface="Arial"/>
              </a:rPr>
              <a:t>phone’s</a:t>
            </a:r>
            <a:r>
              <a:rPr lang="fr-FR" b="1" i="1" dirty="0">
                <a:latin typeface="Helvetica" pitchFamily="2" charset="0"/>
                <a:cs typeface="Arial"/>
              </a:rPr>
              <a:t> hardware the app can use.</a:t>
            </a:r>
            <a:endParaRPr lang="en-US" b="1" i="1" dirty="0">
              <a:latin typeface="Helvetica" pitchFamily="2" charset="0"/>
              <a:cs typeface="Arial"/>
            </a:endParaRPr>
          </a:p>
          <a:p>
            <a:endParaRPr lang="fr-FR" b="1" i="1" dirty="0">
              <a:latin typeface="Helvetica" pitchFamily="2" charset="0"/>
              <a:cs typeface="Arial"/>
            </a:endParaRPr>
          </a:p>
          <a:p>
            <a:pPr marL="0" indent="0">
              <a:buNone/>
            </a:pPr>
            <a:r>
              <a:rPr lang="fr-FR" b="1" i="1" dirty="0">
                <a:latin typeface="Helvetica" pitchFamily="2" charset="0"/>
                <a:cs typeface="Arial"/>
              </a:rPr>
              <a:t>Performance </a:t>
            </a:r>
            <a:r>
              <a:rPr lang="fr-FR" b="1" i="1" dirty="0" err="1">
                <a:latin typeface="Helvetica" pitchFamily="2" charset="0"/>
                <a:cs typeface="Arial"/>
              </a:rPr>
              <a:t>Level</a:t>
            </a:r>
            <a:r>
              <a:rPr lang="fr-FR" b="1" i="1" dirty="0">
                <a:latin typeface="Helvetica" pitchFamily="2" charset="0"/>
                <a:cs typeface="Arial"/>
              </a:rPr>
              <a:t>: This </a:t>
            </a:r>
            <a:r>
              <a:rPr lang="fr-FR" b="1" i="1" dirty="0" err="1">
                <a:latin typeface="Helvetica" pitchFamily="2" charset="0"/>
                <a:cs typeface="Arial"/>
              </a:rPr>
              <a:t>describes</a:t>
            </a:r>
            <a:r>
              <a:rPr lang="fr-FR" b="1" i="1" dirty="0">
                <a:latin typeface="Helvetica" pitchFamily="2" charset="0"/>
                <a:cs typeface="Arial"/>
              </a:rPr>
              <a:t> how fast, </a:t>
            </a:r>
            <a:r>
              <a:rPr lang="fr-FR" b="1" i="1" dirty="0" err="1">
                <a:latin typeface="Helvetica" pitchFamily="2" charset="0"/>
                <a:cs typeface="Arial"/>
              </a:rPr>
              <a:t>smooth</a:t>
            </a:r>
            <a:r>
              <a:rPr lang="fr-FR" b="1" i="1" dirty="0">
                <a:latin typeface="Helvetica" pitchFamily="2" charset="0"/>
                <a:cs typeface="Arial"/>
              </a:rPr>
              <a:t>, and efficient the app </a:t>
            </a:r>
            <a:r>
              <a:rPr lang="fr-FR" b="1" i="1" dirty="0" err="1">
                <a:latin typeface="Helvetica" pitchFamily="2" charset="0"/>
                <a:cs typeface="Arial"/>
              </a:rPr>
              <a:t>is</a:t>
            </a:r>
            <a:r>
              <a:rPr lang="fr-FR" b="1" i="1" dirty="0">
                <a:latin typeface="Helvetica" pitchFamily="2" charset="0"/>
                <a:cs typeface="Arial"/>
              </a:rPr>
              <a:t>.</a:t>
            </a:r>
            <a:endParaRPr lang="en-US" b="1" i="1" dirty="0">
              <a:latin typeface="Helvetica" pitchFamily="2" charset="0"/>
              <a:cs typeface="Arial"/>
            </a:endParaRPr>
          </a:p>
          <a:p>
            <a:pPr marL="0" indent="0">
              <a:buNone/>
            </a:pPr>
            <a:endParaRPr lang="en-US" b="1" i="1" dirty="0">
              <a:latin typeface="Helvetica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A8AD6-4D92-2217-2B48-5370E1450A6F}"/>
              </a:ext>
            </a:extLst>
          </p:cNvPr>
          <p:cNvSpPr txBox="1"/>
          <p:nvPr/>
        </p:nvSpPr>
        <p:spPr>
          <a:xfrm>
            <a:off x="357352" y="2805976"/>
            <a:ext cx="46350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M" sz="2400" dirty="0">
                <a:solidFill>
                  <a:schemeClr val="bg1"/>
                </a:solidFill>
              </a:rPr>
              <a:t>Classified Based On</a:t>
            </a:r>
          </a:p>
        </p:txBody>
      </p:sp>
    </p:spTree>
    <p:extLst>
      <p:ext uri="{BB962C8B-B14F-4D97-AF65-F5344CB8AC3E}">
        <p14:creationId xmlns:p14="http://schemas.microsoft.com/office/powerpoint/2010/main" val="2902794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52500" y="420822"/>
            <a:ext cx="7788487" cy="1219971"/>
          </a:xfrm>
        </p:spPr>
        <p:txBody>
          <a:bodyPr/>
          <a:lstStyle/>
          <a:p>
            <a:pPr algn="ctr"/>
            <a:r>
              <a:rPr lang="fr-FR" sz="3600" b="0" dirty="0">
                <a:solidFill>
                  <a:srgbClr val="FFFFFF"/>
                </a:solidFill>
                <a:latin typeface="Arial"/>
                <a:ea typeface="Tahoma"/>
                <a:cs typeface="Arial"/>
              </a:rPr>
              <a:t>Types of Mobile Applications (5)</a:t>
            </a:r>
            <a:endParaRPr lang="fr-FR" sz="3600" b="0" dirty="0">
              <a:solidFill>
                <a:srgbClr val="000000"/>
              </a:solidFill>
              <a:latin typeface="Arial"/>
              <a:ea typeface="Tahoma"/>
              <a:cs typeface="Arial"/>
            </a:endParaRPr>
          </a:p>
          <a:p>
            <a:endParaRPr lang="fr-FR" sz="2800" dirty="0">
              <a:ea typeface="Tahoma"/>
              <a:cs typeface="Tahom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462C5-2255-CFAB-BC39-27624259067F}"/>
              </a:ext>
            </a:extLst>
          </p:cNvPr>
          <p:cNvSpPr txBox="1"/>
          <p:nvPr/>
        </p:nvSpPr>
        <p:spPr>
          <a:xfrm>
            <a:off x="-1253386" y="6896896"/>
            <a:ext cx="329867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⁠ ⁠Native Apps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Built for one platform (Android or iOS)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Very fast and reliable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Expensive to develop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CDC1F1-F9F1-60ED-69C0-261A6B1424DB}"/>
              </a:ext>
            </a:extLst>
          </p:cNvPr>
          <p:cNvSpPr txBox="1"/>
          <p:nvPr/>
        </p:nvSpPr>
        <p:spPr>
          <a:xfrm>
            <a:off x="3170489" y="2204815"/>
            <a:ext cx="807049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⁠Native Apps</a:t>
            </a:r>
          </a:p>
          <a:p>
            <a:pPr marL="342900" indent="-342900">
              <a:buAutoNum type="arabicPeriod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Web Apps</a:t>
            </a:r>
          </a:p>
          <a:p>
            <a:pPr marL="342900" indent="-342900">
              <a:buAutoNum type="arabicPeriod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⁠Hybrid Apps</a:t>
            </a:r>
          </a:p>
          <a:p>
            <a:pPr marL="342900" indent="-342900">
              <a:buAutoNum type="arabicPeriod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Cross-Platform Apps</a:t>
            </a:r>
          </a:p>
          <a:p>
            <a:pPr marL="342900" indent="-342900">
              <a:buAutoNum type="arabicPeriod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Cross-Platform Apps</a:t>
            </a:r>
          </a:p>
          <a:p>
            <a:pPr marL="342900" indent="-342900">
              <a:buAutoNum type="arabicPeriod"/>
            </a:pPr>
            <a:endParaRPr lang="en-CM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6934594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57F63-78C6-4C4C-8CEC-6A56D5E38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E19B6-C201-5618-3336-D0EBF7ED6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1. ⁠ ⁠Native Apps</a:t>
            </a:r>
            <a:endParaRPr lang="en-CM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EE6B92-D68F-7AAF-8E59-6E2E3747F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5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534BA-61CB-53D5-0038-7A9DF3E6EA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sz="2000" dirty="0"/>
          </a:p>
          <a:p>
            <a:r>
              <a:rPr lang="en-US" sz="2000" dirty="0"/>
              <a:t>Built for one platform (Android or iOS)</a:t>
            </a:r>
          </a:p>
          <a:p>
            <a:endParaRPr lang="en-US" sz="2000" dirty="0"/>
          </a:p>
          <a:p>
            <a:r>
              <a:rPr lang="en-US" sz="2000" dirty="0"/>
              <a:t>Very fast and reliable</a:t>
            </a:r>
          </a:p>
          <a:p>
            <a:endParaRPr lang="en-US" sz="2000" dirty="0"/>
          </a:p>
          <a:p>
            <a:r>
              <a:rPr lang="en-US" sz="2000" dirty="0"/>
              <a:t>Expensive to develop</a:t>
            </a:r>
          </a:p>
          <a:p>
            <a:endParaRPr lang="en-US" sz="2000" dirty="0"/>
          </a:p>
          <a:p>
            <a:endParaRPr lang="en-CM" sz="2000" dirty="0"/>
          </a:p>
        </p:txBody>
      </p:sp>
    </p:spTree>
    <p:extLst>
      <p:ext uri="{BB962C8B-B14F-4D97-AF65-F5344CB8AC3E}">
        <p14:creationId xmlns:p14="http://schemas.microsoft.com/office/powerpoint/2010/main" val="422680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1D13A-B10A-E3CB-6DAC-C3A6474FA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2. ⁠ ⁠ ⁠Web Apps</a:t>
            </a:r>
            <a:endParaRPr lang="en-CM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F44AD5-E2AA-4E72-53F8-87A69B2D8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6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EA5F-EF4A-9EA4-28E0-3F7E6FD343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sz="2000" dirty="0"/>
          </a:p>
          <a:p>
            <a:r>
              <a:rPr lang="en-US" sz="2000" dirty="0"/>
              <a:t>Run in a browser</a:t>
            </a:r>
          </a:p>
          <a:p>
            <a:endParaRPr lang="en-US" sz="2000" dirty="0"/>
          </a:p>
          <a:p>
            <a:r>
              <a:rPr lang="en-US" sz="2000" dirty="0"/>
              <a:t>No installation needed</a:t>
            </a:r>
          </a:p>
          <a:p>
            <a:endParaRPr lang="en-US" sz="2000" dirty="0"/>
          </a:p>
          <a:p>
            <a:r>
              <a:rPr lang="en-US" sz="2000" dirty="0"/>
              <a:t>Cheap but limited</a:t>
            </a:r>
          </a:p>
        </p:txBody>
      </p:sp>
    </p:spTree>
    <p:extLst>
      <p:ext uri="{BB962C8B-B14F-4D97-AF65-F5344CB8AC3E}">
        <p14:creationId xmlns:p14="http://schemas.microsoft.com/office/powerpoint/2010/main" val="369509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57C38-BE6F-3807-1FF8-2E1227B4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A8B2A-E003-4063-86A2-D38E31B09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3. ⁠ ⁠ ⁠Hybrid Apps</a:t>
            </a:r>
            <a:endParaRPr lang="en-CM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7D7973-E67B-BE7F-5284-75EA9A38A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7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F72E73-B326-1AFA-1336-573DBDC879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sz="2000" dirty="0"/>
          </a:p>
          <a:p>
            <a:r>
              <a:rPr lang="en-US" sz="2000" dirty="0"/>
              <a:t>- Combination of web and native</a:t>
            </a:r>
          </a:p>
          <a:p>
            <a:endParaRPr lang="en-US" sz="2000" dirty="0"/>
          </a:p>
          <a:p>
            <a:r>
              <a:rPr lang="en-US" sz="2000" dirty="0"/>
              <a:t>- One codebase</a:t>
            </a:r>
          </a:p>
          <a:p>
            <a:endParaRPr lang="en-US" sz="2000" dirty="0"/>
          </a:p>
          <a:p>
            <a:r>
              <a:rPr lang="en-US" sz="2000" dirty="0"/>
              <a:t>- Moderate performance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09930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315A2-469F-4662-EEFF-5254B064E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F39AE-1580-76CC-86AE-85ED2E241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4. ⁠ ⁠ ⁠Cross-Platform Apps</a:t>
            </a:r>
            <a:endParaRPr lang="en-CM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EA1F8D-7AE2-FD34-A340-B3FFB7BC3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8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C4B010-4F46-3336-AD80-FF639D298F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sz="2000" dirty="0"/>
          </a:p>
          <a:p>
            <a:r>
              <a:rPr lang="en-US" sz="2000" dirty="0"/>
              <a:t> One app works on multiple platforms</a:t>
            </a:r>
          </a:p>
          <a:p>
            <a:endParaRPr lang="en-US" sz="2000" dirty="0"/>
          </a:p>
          <a:p>
            <a:pPr marL="285750" indent="-285750">
              <a:buFontTx/>
              <a:buChar char="-"/>
            </a:pPr>
            <a:r>
              <a:rPr lang="en-US" sz="2000" dirty="0"/>
              <a:t>Saves time and cost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r>
              <a:rPr lang="en-US" sz="2000" dirty="0"/>
              <a:t> Very popular today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045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7C8E5-EF24-8BE6-E69C-1F5E5BA0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D651A-DAB6-674D-B9A2-293D7F230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/>
              <a:t>5. ⁠ ⁠ ⁠Progressive Web Apps (PWA)</a:t>
            </a:r>
            <a:endParaRPr lang="en-CM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FEDE1D-726B-BA3F-4209-BFE1AF7E5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9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AE1958-D788-1AA6-85B8-F0534B8C6D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sz="2000" dirty="0"/>
          </a:p>
          <a:p>
            <a:pPr marL="285750" indent="-285750">
              <a:buFontTx/>
              <a:buChar char="-"/>
            </a:pPr>
            <a:r>
              <a:rPr lang="en-US" sz="2000" dirty="0"/>
              <a:t>Web apps that act like mobile apps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pPr marL="285750" indent="-285750">
              <a:buFontTx/>
              <a:buChar char="-"/>
            </a:pPr>
            <a:r>
              <a:rPr lang="en-US" sz="2000" dirty="0"/>
              <a:t>Can work offline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r>
              <a:rPr lang="en-US" sz="2000" dirty="0"/>
              <a:t> Lightweight but limited features</a:t>
            </a:r>
          </a:p>
        </p:txBody>
      </p:sp>
    </p:spTree>
    <p:extLst>
      <p:ext uri="{BB962C8B-B14F-4D97-AF65-F5344CB8AC3E}">
        <p14:creationId xmlns:p14="http://schemas.microsoft.com/office/powerpoint/2010/main" val="18259302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875C19A-1AAE-476A-A316-A2CF92D76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>
                  <a:srgbClr val="63B7C6"/>
                </a:solidFill>
              </a:rPr>
              <a:t>Key </a:t>
            </a:r>
            <a:r>
              <a:rPr lang="fr-FR" err="1">
                <a:solidFill>
                  <a:srgbClr val="63B7C6"/>
                </a:solidFill>
              </a:rPr>
              <a:t>Comparison</a:t>
            </a:r>
            <a:r>
              <a:rPr lang="fr-FR">
                <a:solidFill>
                  <a:srgbClr val="63B7C6"/>
                </a:solidFill>
              </a:rPr>
              <a:t> of App Types</a:t>
            </a:r>
            <a:endParaRPr lang="en-US">
              <a:solidFill>
                <a:srgbClr val="63B7C6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9800F6-D571-48C4-8466-12AA1ADB6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F2BC084-E6DB-4DE7-B309-042A85EBA70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fr-FR" b="1" i="1"/>
              <a:t>Native </a:t>
            </a:r>
            <a:r>
              <a:rPr lang="fr-FR" b="1" i="1" err="1"/>
              <a:t>apps</a:t>
            </a:r>
            <a:r>
              <a:rPr lang="fr-FR"/>
              <a:t> </a:t>
            </a:r>
            <a:r>
              <a:rPr lang="fr-FR" err="1"/>
              <a:t>offer</a:t>
            </a:r>
            <a:r>
              <a:rPr lang="fr-FR"/>
              <a:t> the best performance and full </a:t>
            </a:r>
            <a:r>
              <a:rPr lang="fr-FR" err="1"/>
              <a:t>device</a:t>
            </a:r>
            <a:r>
              <a:rPr lang="fr-FR"/>
              <a:t> </a:t>
            </a:r>
            <a:r>
              <a:rPr lang="fr-FR" err="1"/>
              <a:t>access</a:t>
            </a:r>
            <a:r>
              <a:rPr lang="fr-FR"/>
              <a:t>.</a:t>
            </a:r>
            <a:endParaRPr lang="en-US"/>
          </a:p>
          <a:p>
            <a:pPr marL="0" indent="0">
              <a:buNone/>
            </a:pPr>
            <a:r>
              <a:rPr lang="fr-FR"/>
              <a:t>
</a:t>
            </a:r>
            <a:r>
              <a:rPr lang="fr-FR" b="1" i="1"/>
              <a:t>Web </a:t>
            </a:r>
            <a:r>
              <a:rPr lang="fr-FR" b="1" i="1" err="1"/>
              <a:t>apps</a:t>
            </a:r>
            <a:r>
              <a:rPr lang="fr-FR"/>
              <a:t> are </a:t>
            </a:r>
            <a:r>
              <a:rPr lang="fr-FR" err="1"/>
              <a:t>cheaper</a:t>
            </a:r>
            <a:r>
              <a:rPr lang="fr-FR"/>
              <a:t> and </a:t>
            </a:r>
            <a:r>
              <a:rPr lang="fr-FR" err="1"/>
              <a:t>easier</a:t>
            </a:r>
            <a:r>
              <a:rPr lang="fr-FR"/>
              <a:t> to </a:t>
            </a:r>
            <a:r>
              <a:rPr lang="fr-FR" err="1"/>
              <a:t>maintain</a:t>
            </a:r>
            <a:r>
              <a:rPr lang="fr-FR"/>
              <a:t>.</a:t>
            </a:r>
            <a:endParaRPr lang="en-US"/>
          </a:p>
          <a:p>
            <a:pPr marL="0" indent="0">
              <a:buNone/>
            </a:pPr>
            <a:r>
              <a:rPr lang="fr-FR"/>
              <a:t>
</a:t>
            </a:r>
            <a:r>
              <a:rPr lang="fr-FR" b="1" i="1" err="1"/>
              <a:t>Hybrid</a:t>
            </a:r>
            <a:r>
              <a:rPr lang="fr-FR" b="1" i="1"/>
              <a:t> </a:t>
            </a:r>
            <a:r>
              <a:rPr lang="fr-FR" b="1" i="1" err="1"/>
              <a:t>apps</a:t>
            </a:r>
            <a:r>
              <a:rPr lang="fr-FR"/>
              <a:t> </a:t>
            </a:r>
            <a:r>
              <a:rPr lang="fr-FR" err="1"/>
              <a:t>reduce</a:t>
            </a:r>
            <a:r>
              <a:rPr lang="fr-FR"/>
              <a:t> </a:t>
            </a:r>
            <a:r>
              <a:rPr lang="fr-FR" err="1"/>
              <a:t>development</a:t>
            </a:r>
            <a:r>
              <a:rPr lang="fr-FR"/>
              <a:t> </a:t>
            </a:r>
            <a:r>
              <a:rPr lang="fr-FR" err="1"/>
              <a:t>cost.</a:t>
            </a:r>
            <a:r>
              <a:rPr lang="fr-FR"/>
              <a:t>
</a:t>
            </a:r>
            <a:r>
              <a:rPr lang="fr-FR" b="1" i="1"/>
              <a:t>Cross-</a:t>
            </a:r>
            <a:r>
              <a:rPr lang="fr-FR" b="1" i="1" err="1"/>
              <a:t>platform</a:t>
            </a:r>
            <a:r>
              <a:rPr lang="fr-FR" b="1" i="1"/>
              <a:t> </a:t>
            </a:r>
            <a:r>
              <a:rPr lang="fr-FR" b="1" i="1" err="1"/>
              <a:t>apps</a:t>
            </a:r>
            <a:r>
              <a:rPr lang="fr-FR"/>
              <a:t> balance </a:t>
            </a:r>
            <a:r>
              <a:rPr lang="fr-FR" err="1"/>
              <a:t>cost</a:t>
            </a:r>
            <a:r>
              <a:rPr lang="fr-FR"/>
              <a:t> and performance.</a:t>
            </a:r>
            <a:endParaRPr lang="en-US"/>
          </a:p>
          <a:p>
            <a:pPr marL="0" indent="0">
              <a:buNone/>
            </a:pPr>
            <a:r>
              <a:rPr lang="fr-FR"/>
              <a:t>
</a:t>
            </a:r>
            <a:r>
              <a:rPr lang="fr-FR" b="1" i="1"/>
              <a:t>PWA </a:t>
            </a:r>
            <a:r>
              <a:rPr lang="fr-FR" err="1"/>
              <a:t>provides</a:t>
            </a:r>
            <a:r>
              <a:rPr lang="fr-FR"/>
              <a:t> </a:t>
            </a:r>
            <a:r>
              <a:rPr lang="fr-FR" err="1"/>
              <a:t>lightweight</a:t>
            </a:r>
            <a:r>
              <a:rPr lang="fr-FR"/>
              <a:t> </a:t>
            </a:r>
            <a:r>
              <a:rPr lang="fr-FR" err="1"/>
              <a:t>app-like</a:t>
            </a:r>
            <a:r>
              <a:rPr lang="fr-FR"/>
              <a:t> </a:t>
            </a:r>
            <a:r>
              <a:rPr lang="fr-FR" err="1"/>
              <a:t>experiences</a:t>
            </a:r>
            <a:r>
              <a:rPr lang="fr-FR"/>
              <a:t>.</a:t>
            </a:r>
            <a:endParaRPr lang="en-US">
              <a:cs typeface="Arial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AC141D2-FEB6-6157-0178-F71C02FA66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4163" y="1517715"/>
            <a:ext cx="5184437" cy="3042630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fr-FR"/>
              <a:t>The </a:t>
            </a:r>
            <a:r>
              <a:rPr lang="fr-FR" err="1"/>
              <a:t>choice</a:t>
            </a:r>
            <a:r>
              <a:rPr lang="fr-FR"/>
              <a:t> </a:t>
            </a:r>
            <a:r>
              <a:rPr lang="fr-FR" err="1"/>
              <a:t>depends</a:t>
            </a:r>
            <a:r>
              <a:rPr lang="fr-FR"/>
              <a:t> on:</a:t>
            </a:r>
            <a:endParaRPr lang="en-US"/>
          </a:p>
          <a:p>
            <a:pPr marL="0" indent="0">
              <a:buNone/>
            </a:pPr>
            <a:r>
              <a:rPr lang="fr-FR"/>
              <a:t>
-Budget</a:t>
            </a:r>
          </a:p>
          <a:p>
            <a:pPr marL="0" indent="0">
              <a:buNone/>
            </a:pPr>
            <a:r>
              <a:rPr lang="fr-FR"/>
              <a:t>
-Performance </a:t>
            </a:r>
            <a:r>
              <a:rPr lang="fr-FR" err="1"/>
              <a:t>needs</a:t>
            </a:r>
            <a:endParaRPr lang="fr-FR">
              <a:cs typeface="Arial"/>
            </a:endParaRPr>
          </a:p>
          <a:p>
            <a:pPr marL="0" indent="0">
              <a:buNone/>
            </a:pPr>
            <a:r>
              <a:rPr lang="fr-FR"/>
              <a:t>
-Target </a:t>
            </a:r>
            <a:r>
              <a:rPr lang="fr-FR" err="1"/>
              <a:t>devices</a:t>
            </a:r>
            <a:endParaRPr lang="fr-FR">
              <a:cs typeface="Arial"/>
            </a:endParaRPr>
          </a:p>
          <a:p>
            <a:pPr marL="0" indent="0">
              <a:buNone/>
            </a:pPr>
            <a:r>
              <a:rPr lang="fr-FR"/>
              <a:t>
-User </a:t>
            </a:r>
            <a:r>
              <a:rPr lang="fr-FR" err="1"/>
              <a:t>experience</a:t>
            </a:r>
            <a:endParaRPr lang="fr-FR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3348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5E3981-F0D7-482C-A8E0-6A57700BE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816" y="770188"/>
            <a:ext cx="11214100" cy="535531"/>
          </a:xfrm>
        </p:spPr>
        <p:txBody>
          <a:bodyPr/>
          <a:lstStyle/>
          <a:p>
            <a:r>
              <a:rPr lang="fr-FR" err="1">
                <a:solidFill>
                  <a:srgbClr val="63B7C6"/>
                </a:solidFill>
              </a:rPr>
              <a:t>Programming</a:t>
            </a:r>
            <a:r>
              <a:rPr lang="fr-FR">
                <a:solidFill>
                  <a:srgbClr val="63B7C6"/>
                </a:solidFill>
              </a:rPr>
              <a:t> </a:t>
            </a:r>
            <a:r>
              <a:rPr lang="fr-FR" err="1">
                <a:solidFill>
                  <a:srgbClr val="63B7C6"/>
                </a:solidFill>
              </a:rPr>
              <a:t>Languages</a:t>
            </a:r>
            <a:r>
              <a:rPr lang="fr-FR">
                <a:solidFill>
                  <a:srgbClr val="63B7C6"/>
                </a:solidFill>
              </a:rPr>
              <a:t> And </a:t>
            </a:r>
            <a:r>
              <a:rPr lang="fr-FR" err="1">
                <a:solidFill>
                  <a:srgbClr val="63B7C6"/>
                </a:solidFill>
              </a:rPr>
              <a:t>Frameworks</a:t>
            </a:r>
            <a:endParaRPr lang="en-US" err="1">
              <a:solidFill>
                <a:srgbClr val="63B7C6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0FC4EE-F318-4344-9E3C-B950ADB63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174626"/>
          </a:xfrm>
        </p:spPr>
        <p:txBody>
          <a:bodyPr/>
          <a:lstStyle/>
          <a:p>
            <a:fld id="{C263D6C4-4840-40CC-AC84-17E24B3B7BDE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74126B4-1E6C-4FFF-9282-40E18A85A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294" y="3606572"/>
            <a:ext cx="4803549" cy="2420713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endParaRPr lang="fr-FR" sz="2000" b="1" i="1">
              <a:solidFill>
                <a:srgbClr val="63B7C6"/>
              </a:solidFill>
              <a:cs typeface="Arial"/>
            </a:endParaRPr>
          </a:p>
          <a:p>
            <a:pPr marL="0" indent="0">
              <a:buNone/>
            </a:pPr>
            <a:endParaRPr lang="fr-FR" sz="2000" b="1" i="1">
              <a:solidFill>
                <a:srgbClr val="63B7C6"/>
              </a:solidFill>
              <a:cs typeface="Arial"/>
            </a:endParaRPr>
          </a:p>
          <a:p>
            <a:pPr marL="0" indent="0">
              <a:buNone/>
            </a:pPr>
            <a:r>
              <a:rPr lang="fr-FR" sz="2000" b="1" i="1">
                <a:solidFill>
                  <a:srgbClr val="63B7C6"/>
                </a:solidFill>
                <a:cs typeface="Arial"/>
              </a:rPr>
              <a:t>Android</a:t>
            </a:r>
            <a:r>
              <a:rPr lang="fr-FR" sz="2000" b="1" i="1">
                <a:solidFill>
                  <a:srgbClr val="63B7C6"/>
                </a:solidFill>
              </a:rPr>
              <a:t> </a:t>
            </a:r>
            <a:r>
              <a:rPr lang="fr-FR" sz="2000" b="1" i="1" err="1">
                <a:solidFill>
                  <a:srgbClr val="63B7C6"/>
                </a:solidFill>
              </a:rPr>
              <a:t>Languages</a:t>
            </a:r>
            <a:endParaRPr lang="en-US" sz="2000">
              <a:solidFill>
                <a:srgbClr val="63B7C6"/>
              </a:solidFill>
              <a:cs typeface="Arial"/>
            </a:endParaRPr>
          </a:p>
          <a:p>
            <a:pPr marL="0" indent="0">
              <a:buNone/>
            </a:pPr>
            <a:br>
              <a:rPr lang="en-US" sz="2000">
                <a:solidFill>
                  <a:srgbClr val="63B7C6"/>
                </a:solidFill>
              </a:rPr>
            </a:br>
            <a:r>
              <a:rPr lang="fr-FR" sz="2000" b="1"/>
              <a:t>Java</a:t>
            </a:r>
            <a:r>
              <a:rPr lang="fr-FR" sz="2000"/>
              <a:t> – </a:t>
            </a:r>
            <a:r>
              <a:rPr lang="fr-FR" sz="2000" err="1"/>
              <a:t>traditional</a:t>
            </a:r>
            <a:r>
              <a:rPr lang="fr-FR" sz="2000"/>
              <a:t> </a:t>
            </a:r>
            <a:r>
              <a:rPr lang="fr-FR" sz="2000" err="1"/>
              <a:t>language</a:t>
            </a:r>
            <a:endParaRPr lang="en-US" sz="2000" err="1">
              <a:solidFill>
                <a:srgbClr val="63B7C6"/>
              </a:solidFill>
              <a:cs typeface="Arial"/>
            </a:endParaRPr>
          </a:p>
          <a:p>
            <a:pPr marL="0" indent="0">
              <a:buNone/>
            </a:pPr>
            <a:br>
              <a:rPr lang="en-US" sz="2000">
                <a:solidFill>
                  <a:srgbClr val="63B7C6"/>
                </a:solidFill>
              </a:rPr>
            </a:br>
            <a:r>
              <a:rPr lang="fr-FR" sz="2000" b="1" err="1"/>
              <a:t>Kotlin</a:t>
            </a:r>
            <a:r>
              <a:rPr lang="fr-FR" sz="2000"/>
              <a:t> – official modern </a:t>
            </a:r>
            <a:r>
              <a:rPr lang="fr-FR" sz="2000" err="1"/>
              <a:t>language</a:t>
            </a:r>
            <a:endParaRPr lang="en-US" err="1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194E170-7B56-ACC1-AA26-6E3BF46C45F0}"/>
              </a:ext>
            </a:extLst>
          </p:cNvPr>
          <p:cNvSpPr txBox="1">
            <a:spLocks/>
          </p:cNvSpPr>
          <p:nvPr/>
        </p:nvSpPr>
        <p:spPr>
          <a:xfrm>
            <a:off x="559479" y="1713364"/>
            <a:ext cx="4803549" cy="189457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000" b="1" i="1">
                <a:solidFill>
                  <a:srgbClr val="63B7C6"/>
                </a:solidFill>
              </a:rPr>
              <a:t>iOS </a:t>
            </a:r>
            <a:r>
              <a:rPr lang="fr-FR" sz="2000" b="1" i="1" err="1">
                <a:solidFill>
                  <a:srgbClr val="63B7C6"/>
                </a:solidFill>
              </a:rPr>
              <a:t>Languages</a:t>
            </a:r>
            <a:endParaRPr lang="en-US" sz="2000">
              <a:cs typeface="Arial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2000"/>
              <a:t>
</a:t>
            </a:r>
            <a:r>
              <a:rPr lang="fr-FR" sz="2000" b="1"/>
              <a:t>Swift</a:t>
            </a:r>
            <a:r>
              <a:rPr lang="fr-FR" sz="2000"/>
              <a:t> – main modern </a:t>
            </a:r>
            <a:r>
              <a:rPr lang="fr-FR" sz="2000" err="1"/>
              <a:t>language</a:t>
            </a:r>
            <a:endParaRPr lang="en-US" sz="2000" err="1">
              <a:cs typeface="Arial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2000"/>
              <a:t>
</a:t>
            </a:r>
            <a:r>
              <a:rPr lang="fr-FR" sz="2000" b="1"/>
              <a:t>Objective-C</a:t>
            </a:r>
            <a:r>
              <a:rPr lang="fr-FR" sz="2000"/>
              <a:t> – </a:t>
            </a:r>
            <a:r>
              <a:rPr lang="fr-FR" sz="2000" err="1"/>
              <a:t>older</a:t>
            </a:r>
            <a:r>
              <a:rPr lang="fr-FR" sz="2000"/>
              <a:t> </a:t>
            </a:r>
            <a:r>
              <a:rPr lang="fr-FR" sz="2000" err="1"/>
              <a:t>language</a:t>
            </a:r>
            <a:endParaRPr lang="en-US" sz="2000"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DB35B2-9F41-CED6-7BFF-1F20B515D218}"/>
              </a:ext>
            </a:extLst>
          </p:cNvPr>
          <p:cNvSpPr txBox="1"/>
          <p:nvPr/>
        </p:nvSpPr>
        <p:spPr>
          <a:xfrm>
            <a:off x="5750785" y="1467165"/>
            <a:ext cx="6096000" cy="255454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2000">
                <a:latin typeface="Arial"/>
                <a:ea typeface="Arial"/>
                <a:cs typeface="Arial"/>
              </a:rPr>
              <a:t>​</a:t>
            </a:r>
            <a:r>
              <a:rPr lang="fr-FR" sz="1900" b="1" i="1" err="1">
                <a:solidFill>
                  <a:srgbClr val="63B7C6"/>
                </a:solidFill>
                <a:latin typeface="Arial"/>
                <a:ea typeface="Arial"/>
                <a:cs typeface="Arial"/>
              </a:rPr>
              <a:t>Frameworks</a:t>
            </a:r>
            <a:endParaRPr lang="en-US">
              <a:latin typeface="Arial"/>
              <a:ea typeface="Arial"/>
              <a:cs typeface="Arial"/>
            </a:endParaRPr>
          </a:p>
          <a:p>
            <a:br>
              <a:rPr lang="fr-FR" sz="2000">
                <a:latin typeface="Arial"/>
                <a:ea typeface="Arial"/>
                <a:cs typeface="Arial"/>
              </a:rPr>
            </a:br>
            <a:r>
              <a:rPr lang="fr-FR" sz="2000">
                <a:solidFill>
                  <a:schemeClr val="bg1"/>
                </a:solidFill>
                <a:latin typeface="Arial"/>
                <a:ea typeface="Arial"/>
                <a:cs typeface="Arial"/>
              </a:rPr>
              <a:t>- </a:t>
            </a:r>
            <a:r>
              <a:rPr lang="fr-FR" sz="2000" err="1">
                <a:solidFill>
                  <a:schemeClr val="bg1"/>
                </a:solidFill>
                <a:latin typeface="Arial"/>
                <a:ea typeface="Arial"/>
                <a:cs typeface="Arial"/>
              </a:rPr>
              <a:t>React</a:t>
            </a:r>
            <a:r>
              <a:rPr lang="fr-FR" sz="2000">
                <a:solidFill>
                  <a:schemeClr val="bg1"/>
                </a:solidFill>
                <a:latin typeface="Arial"/>
                <a:ea typeface="Arial"/>
                <a:cs typeface="Arial"/>
              </a:rPr>
              <a:t> Native​ (JavaScript / </a:t>
            </a:r>
            <a:r>
              <a:rPr lang="fr-FR" sz="2000" err="1">
                <a:solidFill>
                  <a:schemeClr val="bg1"/>
                </a:solidFill>
                <a:latin typeface="Arial"/>
                <a:ea typeface="Arial"/>
                <a:cs typeface="Arial"/>
              </a:rPr>
              <a:t>Typescript</a:t>
            </a:r>
            <a:r>
              <a:rPr lang="fr-FR" sz="2000">
                <a:solidFill>
                  <a:schemeClr val="bg1"/>
                </a:solidFill>
                <a:latin typeface="Arial"/>
                <a:ea typeface="Arial"/>
                <a:cs typeface="Arial"/>
              </a:rPr>
              <a:t>)</a:t>
            </a:r>
          </a:p>
          <a:p>
            <a:br>
              <a:rPr lang="fr-FR" sz="2000">
                <a:latin typeface="Arial"/>
                <a:ea typeface="Arial"/>
                <a:cs typeface="Arial"/>
              </a:rPr>
            </a:br>
            <a:r>
              <a:rPr lang="fr-FR" sz="2000">
                <a:solidFill>
                  <a:schemeClr val="bg1"/>
                </a:solidFill>
                <a:latin typeface="Arial"/>
                <a:ea typeface="Arial"/>
                <a:cs typeface="Arial"/>
              </a:rPr>
              <a:t>- Flutter​  (</a:t>
            </a:r>
            <a:r>
              <a:rPr lang="fr-FR" sz="20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Dart</a:t>
            </a:r>
            <a:r>
              <a:rPr lang="fr-FR" sz="2000">
                <a:solidFill>
                  <a:schemeClr val="bg1"/>
                </a:solidFill>
                <a:latin typeface="Arial"/>
                <a:ea typeface="Arial"/>
                <a:cs typeface="Arial"/>
              </a:rPr>
              <a:t> )</a:t>
            </a:r>
            <a:endParaRPr lang="fr-FR"/>
          </a:p>
          <a:p>
            <a:br>
              <a:rPr lang="fr-FR" sz="2000">
                <a:latin typeface="Arial"/>
                <a:ea typeface="Arial"/>
                <a:cs typeface="Arial"/>
              </a:rPr>
            </a:br>
            <a:r>
              <a:rPr lang="fr-FR" sz="2000">
                <a:solidFill>
                  <a:schemeClr val="bg1"/>
                </a:solidFill>
                <a:latin typeface="Arial"/>
                <a:ea typeface="Arial"/>
                <a:cs typeface="Arial"/>
              </a:rPr>
              <a:t>- Xamarin​ (</a:t>
            </a:r>
            <a:r>
              <a:rPr lang="fr-FR" sz="20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C#)</a:t>
            </a:r>
            <a:endParaRPr lang="fr-FR"/>
          </a:p>
          <a:p>
            <a:pPr algn="ctr"/>
            <a:endParaRPr lang="fr-FR" sz="2000">
              <a:solidFill>
                <a:srgbClr val="000000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07270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1B5873-DB13-5538-88E4-5D7B2C567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.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37C7ED3-C6A1-BB78-A822-9887C69E9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12</a:t>
            </a:fld>
            <a:endParaRPr lang="en-US" noProof="0"/>
          </a:p>
        </p:txBody>
      </p:sp>
      <p:pic>
        <p:nvPicPr>
          <p:cNvPr id="5" name="Espace réservé du contenu 4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0D85A996-4B34-EF2C-61A2-9136E7950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6719" y="1076994"/>
            <a:ext cx="9868738" cy="536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234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F874BF-273A-4A36-CFA6-33ABE4B7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 X-CODE (SWIFT)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685ADC2-53C6-2786-4588-4F0283C32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13</a:t>
            </a:fld>
            <a:endParaRPr lang="en-US" noProof="0"/>
          </a:p>
        </p:txBody>
      </p:sp>
      <p:pic>
        <p:nvPicPr>
          <p:cNvPr id="5" name="Espace réservé du contenu 4" descr="Une image contenant texte, capture d’écran, logiciel, Icône d’ordinateur&#10;&#10;Le contenu généré par l’IA peut être incorrect.">
            <a:extLst>
              <a:ext uri="{FF2B5EF4-FFF2-40B4-BE49-F238E27FC236}">
                <a16:creationId xmlns:a16="http://schemas.microsoft.com/office/drawing/2014/main" id="{F3FEC0B7-FEB8-929E-804D-7B834F4748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219696" y="1478046"/>
            <a:ext cx="9199250" cy="4351338"/>
          </a:xfrm>
          <a:prstGeom prst="rect">
            <a:avLst/>
          </a:prstGeom>
        </p:spPr>
      </p:pic>
      <p:pic>
        <p:nvPicPr>
          <p:cNvPr id="6" name="Image 5" descr="Une image contenant Téléphone mobile, gadget, Appareil de communications portable, Appareil de communication&#10;&#10;Le contenu généré par l’IA peut être incorrect.">
            <a:extLst>
              <a:ext uri="{FF2B5EF4-FFF2-40B4-BE49-F238E27FC236}">
                <a16:creationId xmlns:a16="http://schemas.microsoft.com/office/drawing/2014/main" id="{B7F5B3CD-479F-A2C0-A008-7931B6181F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132" r="27523" b="4275"/>
          <a:stretch>
            <a:fillRect/>
          </a:stretch>
        </p:blipFill>
        <p:spPr>
          <a:xfrm>
            <a:off x="9192043" y="1709487"/>
            <a:ext cx="3004849" cy="3829487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4BEBD420-9D40-29EB-BD25-37EAC916600A}"/>
              </a:ext>
            </a:extLst>
          </p:cNvPr>
          <p:cNvSpPr txBox="1"/>
          <p:nvPr/>
        </p:nvSpPr>
        <p:spPr>
          <a:xfrm>
            <a:off x="1468751" y="6282991"/>
            <a:ext cx="269271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fr-FR">
                <a:cs typeface="Arial"/>
              </a:rPr>
              <a:t>V</a:t>
            </a:r>
            <a:r>
              <a:rPr lang="fr-FR">
                <a:solidFill>
                  <a:schemeClr val="bg1"/>
                </a:solidFill>
                <a:cs typeface="Arial"/>
              </a:rPr>
              <a:t>HJ</a:t>
            </a:r>
          </a:p>
        </p:txBody>
      </p:sp>
    </p:spTree>
    <p:extLst>
      <p:ext uri="{BB962C8B-B14F-4D97-AF65-F5344CB8AC3E}">
        <p14:creationId xmlns:p14="http://schemas.microsoft.com/office/powerpoint/2010/main" val="18762918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F3C7B1-AFF6-428B-7AED-229463B31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ANDROID STUDIO 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D27E41C-4D64-98DE-2E2C-85E74323A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14</a:t>
            </a:fld>
            <a:endParaRPr lang="en-US" noProof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19DDBE6-1030-BDC2-4518-573B4FB41F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50960" y="1825625"/>
            <a:ext cx="840004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8746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E24542-3419-D0AE-8997-4CA00118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15</a:t>
            </a:fld>
            <a:endParaRPr lang="en-US" noProof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3C7601-E598-D895-A67B-BCE070B77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2261054"/>
            <a:ext cx="5867628" cy="143941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 </a:t>
            </a:r>
            <a:r>
              <a:rPr lang="en-US" sz="1800" dirty="0">
                <a:latin typeface="Nunito"/>
                <a:cs typeface="Arial"/>
              </a:rPr>
              <a:t>Design patterns are reusable solutions to common software development problems. </a:t>
            </a:r>
            <a:endParaRPr lang="en-US" sz="1800" dirty="0">
              <a:cs typeface="Arial"/>
            </a:endParaRPr>
          </a:p>
          <a:p>
            <a:endParaRPr lang="en-US" dirty="0">
              <a:cs typeface="Arial"/>
            </a:endParaRPr>
          </a:p>
        </p:txBody>
      </p:sp>
      <p:pic>
        <p:nvPicPr>
          <p:cNvPr id="5" name="Image 4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4047D2BB-4002-B725-AB0A-9638AAB709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3713" y="1408340"/>
            <a:ext cx="5335360" cy="4612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6928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BD4846-8A4F-EA06-9D97-8BF7BCA44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/>
              <a:t>     MVC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9A47308-874C-54FB-5912-0AB0015C4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16</a:t>
            </a:fld>
            <a:endParaRPr lang="en-US" noProof="0"/>
          </a:p>
        </p:txBody>
      </p:sp>
      <p:pic>
        <p:nvPicPr>
          <p:cNvPr id="5" name="Espace réservé du contenu 4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2C28933E-B9D1-9A73-2750-528E773C02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33217" y="1732047"/>
            <a:ext cx="6396267" cy="444491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76AF7CE6-D64A-7AFA-A473-472F696E7482}"/>
              </a:ext>
            </a:extLst>
          </p:cNvPr>
          <p:cNvSpPr txBox="1"/>
          <p:nvPr/>
        </p:nvSpPr>
        <p:spPr>
          <a:xfrm>
            <a:off x="746032" y="2377977"/>
            <a:ext cx="3357145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sz="2000" b="1">
                <a:solidFill>
                  <a:srgbClr val="FFFFFF"/>
                </a:solidFill>
                <a:cs typeface="Arial"/>
              </a:rPr>
              <a:t>MVC (Model-View-Controller):</a:t>
            </a:r>
            <a:r>
              <a:rPr lang="en-US" sz="2000">
                <a:solidFill>
                  <a:srgbClr val="FFFFFF"/>
                </a:solidFill>
                <a:cs typeface="Arial"/>
              </a:rPr>
              <a:t> The classic separation. Simple but can lead to "MassiveControllers" in big apps.</a:t>
            </a:r>
            <a:endParaRPr lang="en-US" sz="2000">
              <a:cs typeface="Arial"/>
            </a:endParaRPr>
          </a:p>
          <a:p>
            <a:pPr algn="l"/>
            <a:endParaRPr lang="fr-FR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22936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1CA040-88ED-BD3D-2682-A85A0BC5D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/>
              <a:t>MVP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6A73FC7-8360-2B3B-B739-A3F8DD741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17</a:t>
            </a:fld>
            <a:endParaRPr lang="en-US" noProof="0"/>
          </a:p>
        </p:txBody>
      </p:sp>
      <p:pic>
        <p:nvPicPr>
          <p:cNvPr id="5" name="Espace réservé du contenu 4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CB212070-1593-2AD2-5F4B-A8B5B9E7D5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07115" y="1732047"/>
            <a:ext cx="6675733" cy="444491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1B9B5BD-620B-BF61-7C6E-D2CC74B17E3D}"/>
              </a:ext>
            </a:extLst>
          </p:cNvPr>
          <p:cNvSpPr txBox="1"/>
          <p:nvPr/>
        </p:nvSpPr>
        <p:spPr>
          <a:xfrm>
            <a:off x="234285" y="2681053"/>
            <a:ext cx="5123249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 b="1">
                <a:solidFill>
                  <a:srgbClr val="FFFFFF"/>
                </a:solidFill>
                <a:cs typeface="Arial"/>
              </a:rPr>
              <a:t>MVP (Model-View-Presenter):</a:t>
            </a:r>
            <a:r>
              <a:rPr lang="en-US" sz="2000">
                <a:solidFill>
                  <a:srgbClr val="FFFFFF"/>
                </a:solidFill>
                <a:cs typeface="Arial"/>
              </a:rPr>
              <a:t> Presenter acts as a middleman; better for unit testing.</a:t>
            </a:r>
            <a:endParaRPr lang="fr-FR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970108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FE138A-3225-5EB0-9DBE-0C35001FA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/>
              <a:t>MVVM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04158B4-30D3-247F-7907-5AA30CA8C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18</a:t>
            </a:fld>
            <a:endParaRPr lang="en-US" noProof="0"/>
          </a:p>
        </p:txBody>
      </p:sp>
      <p:pic>
        <p:nvPicPr>
          <p:cNvPr id="5" name="Espace réservé du contenu 4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C18339FB-3AE7-AFFD-6A22-D744081535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02642" y="2153444"/>
            <a:ext cx="5164890" cy="36957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4CE1EF8D-3B09-8E77-9664-BCCB3A48D1ED}"/>
              </a:ext>
            </a:extLst>
          </p:cNvPr>
          <p:cNvSpPr txBox="1"/>
          <p:nvPr/>
        </p:nvSpPr>
        <p:spPr>
          <a:xfrm>
            <a:off x="22838" y="2727681"/>
            <a:ext cx="5012880" cy="188256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sz="2000" b="1">
                <a:solidFill>
                  <a:srgbClr val="FFFFFF"/>
                </a:solidFill>
                <a:cs typeface="Arial"/>
              </a:rPr>
              <a:t>MVVM (Model-View-</a:t>
            </a:r>
            <a:r>
              <a:rPr lang="en-US" sz="2000" b="1" err="1">
                <a:solidFill>
                  <a:srgbClr val="FFFFFF"/>
                </a:solidFill>
                <a:cs typeface="Arial"/>
              </a:rPr>
              <a:t>ViewModel</a:t>
            </a:r>
            <a:r>
              <a:rPr lang="en-US" sz="2000" b="1">
                <a:solidFill>
                  <a:srgbClr val="FFFFFF"/>
                </a:solidFill>
                <a:cs typeface="Arial"/>
              </a:rPr>
              <a:t>):</a:t>
            </a:r>
            <a:r>
              <a:rPr lang="en-US" sz="2000">
                <a:solidFill>
                  <a:srgbClr val="FFFFFF"/>
                </a:solidFill>
                <a:cs typeface="Arial"/>
              </a:rPr>
              <a:t> Modern standard (Android Jetpack). Uses </a:t>
            </a:r>
            <a:r>
              <a:rPr lang="en-US" sz="2000" b="1">
                <a:solidFill>
                  <a:srgbClr val="FFFFFF"/>
                </a:solidFill>
                <a:cs typeface="Arial"/>
              </a:rPr>
              <a:t>Data Binding</a:t>
            </a:r>
            <a:r>
              <a:rPr lang="en-US" sz="2000">
                <a:solidFill>
                  <a:srgbClr val="FFFFFF"/>
                </a:solidFill>
                <a:cs typeface="Arial"/>
              </a:rPr>
              <a:t> </a:t>
            </a:r>
            <a:r>
              <a:rPr lang="en-US" sz="2000" err="1">
                <a:solidFill>
                  <a:srgbClr val="FFFFFF"/>
                </a:solidFill>
                <a:cs typeface="Arial"/>
              </a:rPr>
              <a:t>tosync</a:t>
            </a:r>
            <a:r>
              <a:rPr lang="en-US" sz="2000">
                <a:solidFill>
                  <a:srgbClr val="FFFFFF"/>
                </a:solidFill>
                <a:cs typeface="Arial"/>
              </a:rPr>
              <a:t> UI and Logic automatically.</a:t>
            </a:r>
            <a:endParaRPr lang="en-US" sz="2000">
              <a:solidFill>
                <a:srgbClr val="000000"/>
              </a:solidFill>
              <a:cs typeface="Arial"/>
            </a:endParaRP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endParaRPr lang="en-US" sz="2000">
              <a:solidFill>
                <a:srgbClr val="000000"/>
              </a:solidFill>
              <a:cs typeface="Arial"/>
            </a:endParaRPr>
          </a:p>
          <a:p>
            <a:pPr algn="l"/>
            <a:endParaRPr lang="fr-FR">
              <a:solidFill>
                <a:srgbClr val="000000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812806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48BA5-1584-F84E-2736-19E9659CC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978729"/>
          </a:xfrm>
        </p:spPr>
        <p:txBody>
          <a:bodyPr/>
          <a:lstStyle/>
          <a:p>
            <a:r>
              <a:rPr lang="en-US" b="0">
                <a:ea typeface="+mj-lt"/>
                <a:cs typeface="+mj-lt"/>
              </a:rPr>
              <a:t>Requirement Engineering (The 5 Stages)</a:t>
            </a:r>
            <a:endParaRPr lang="en-US"/>
          </a:p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FDEAFD-DADB-8F7F-B368-210124ED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19</a:t>
            </a:fld>
            <a:endParaRPr lang="en-US" noProof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4045AE-80EC-6677-1C76-45869F186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b="1">
                <a:ea typeface="+mn-lt"/>
                <a:cs typeface="+mn-lt"/>
              </a:rPr>
              <a:t>Elicitation:</a:t>
            </a:r>
            <a:r>
              <a:rPr lang="en-US" sz="2000">
                <a:ea typeface="+mn-lt"/>
                <a:cs typeface="+mn-lt"/>
              </a:rPr>
              <a:t> Interviews and user research.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Analysis:</a:t>
            </a:r>
            <a:r>
              <a:rPr lang="en-US" sz="2000">
                <a:ea typeface="+mn-lt"/>
                <a:cs typeface="+mn-lt"/>
              </a:rPr>
              <a:t> Feasibility studies and "Must-have" vs. "Nice-to-have" (MVP).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Specification:</a:t>
            </a:r>
            <a:r>
              <a:rPr lang="en-US" sz="2000">
                <a:ea typeface="+mn-lt"/>
                <a:cs typeface="+mn-lt"/>
              </a:rPr>
              <a:t> Documenting User Stories and Functional requirements.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Validation:</a:t>
            </a:r>
            <a:r>
              <a:rPr lang="en-US" sz="2000">
                <a:ea typeface="+mn-lt"/>
                <a:cs typeface="+mn-lt"/>
              </a:rPr>
              <a:t> Prototyping in </a:t>
            </a:r>
            <a:r>
              <a:rPr lang="en-US" sz="2000" b="1">
                <a:ea typeface="+mn-lt"/>
                <a:cs typeface="+mn-lt"/>
              </a:rPr>
              <a:t>Figma</a:t>
            </a:r>
            <a:r>
              <a:rPr lang="en-US" sz="2000">
                <a:ea typeface="+mn-lt"/>
                <a:cs typeface="+mn-lt"/>
              </a:rPr>
              <a:t> before coding.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Management:</a:t>
            </a:r>
            <a:r>
              <a:rPr lang="en-US" sz="2000">
                <a:ea typeface="+mn-lt"/>
                <a:cs typeface="+mn-lt"/>
              </a:rPr>
              <a:t> Handling "Scope Creep" and change requests.</a:t>
            </a:r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264906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0ADED-37EE-C4FF-50A1-B14374238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978729"/>
          </a:xfrm>
        </p:spPr>
        <p:txBody>
          <a:bodyPr/>
          <a:lstStyle/>
          <a:p>
            <a:r>
              <a:rPr lang="en-US" b="0">
                <a:ea typeface="+mj-lt"/>
                <a:cs typeface="+mj-lt"/>
              </a:rPr>
              <a:t>Cost Estimation in Cameroon (XAF)</a:t>
            </a:r>
            <a:endParaRPr lang="en-US"/>
          </a:p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8BCB6D-44FF-55EA-C91D-7C29D69E8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20</a:t>
            </a:fld>
            <a:endParaRPr lang="en-US" noProof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FD5EE2-2259-4CB2-1BF6-A3228B2B47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b="1">
                <a:ea typeface="+mn-lt"/>
                <a:cs typeface="+mn-lt"/>
              </a:rPr>
              <a:t>Simple/MVP:</a:t>
            </a:r>
            <a:r>
              <a:rPr lang="en-US" sz="2000">
                <a:ea typeface="+mn-lt"/>
                <a:cs typeface="+mn-lt"/>
              </a:rPr>
              <a:t> 300,000 – 500,000 FCFA.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Medium (with Momo/OM):</a:t>
            </a:r>
            <a:r>
              <a:rPr lang="en-US" sz="2000">
                <a:ea typeface="+mn-lt"/>
                <a:cs typeface="+mn-lt"/>
              </a:rPr>
              <a:t> 500,000 – 1,000,000 FCFA.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Complex/Enterprise:</a:t>
            </a:r>
            <a:r>
              <a:rPr lang="en-US" sz="2000">
                <a:ea typeface="+mn-lt"/>
                <a:cs typeface="+mn-lt"/>
              </a:rPr>
              <a:t> 1,000,000+ FCFA.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Key Factors:</a:t>
            </a:r>
            <a:r>
              <a:rPr lang="en-US" sz="2000">
                <a:ea typeface="+mn-lt"/>
                <a:cs typeface="+mn-lt"/>
              </a:rPr>
              <a:t> Number of screens, backend complexity, and third-party integrations.</a:t>
            </a:r>
            <a:endParaRPr lang="en-US" sz="20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3137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F6758-C92E-6908-58B2-CD2D88CAE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978729"/>
          </a:xfrm>
        </p:spPr>
        <p:txBody>
          <a:bodyPr/>
          <a:lstStyle/>
          <a:p>
            <a:r>
              <a:rPr lang="en-US" b="0" dirty="0">
                <a:ea typeface="+mj-lt"/>
                <a:cs typeface="+mj-lt"/>
              </a:rPr>
              <a:t>Conclusion &amp; Key Takeaways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194012-71B5-4D70-2D20-67C157846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21</a:t>
            </a:fld>
            <a:endParaRPr lang="en-US" noProof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A8E04D-525E-1338-F666-D78D99B23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b="1" dirty="0">
                <a:cs typeface="Arial"/>
              </a:rPr>
              <a:t>Architecture Over Code:</a:t>
            </a:r>
            <a:r>
              <a:rPr lang="en-US" sz="2000" dirty="0">
                <a:cs typeface="Arial"/>
              </a:rPr>
              <a:t> Choosing the right pattern (</a:t>
            </a:r>
            <a:r>
              <a:rPr lang="en-US" sz="2000" b="1" dirty="0">
                <a:cs typeface="Arial"/>
              </a:rPr>
              <a:t>MVVM/MVP</a:t>
            </a:r>
            <a:r>
              <a:rPr lang="en-US" sz="2000" dirty="0">
                <a:cs typeface="Arial"/>
              </a:rPr>
              <a:t>) is the foundation for building scalable, easy-to-maintain applications.</a:t>
            </a:r>
            <a:br>
              <a:rPr lang="en-US" sz="2000" dirty="0">
                <a:cs typeface="Arial"/>
              </a:rPr>
            </a:br>
            <a:endParaRPr lang="en-US" sz="2000" dirty="0">
              <a:cs typeface="Arial"/>
            </a:endParaRPr>
          </a:p>
          <a:p>
            <a:r>
              <a:rPr lang="en-US" sz="2000" b="1" dirty="0">
                <a:ea typeface="+mn-lt"/>
                <a:cs typeface="+mn-lt"/>
              </a:rPr>
              <a:t>The Cross-Platform Edge:</a:t>
            </a:r>
            <a:r>
              <a:rPr lang="en-US" sz="2000" dirty="0">
                <a:ea typeface="+mn-lt"/>
                <a:cs typeface="+mn-lt"/>
              </a:rPr>
              <a:t> Frameworks like </a:t>
            </a:r>
            <a:r>
              <a:rPr lang="en-US" sz="2000" b="1" dirty="0">
                <a:ea typeface="+mn-lt"/>
                <a:cs typeface="+mn-lt"/>
              </a:rPr>
              <a:t>Flutter</a:t>
            </a:r>
            <a:r>
              <a:rPr lang="en-US" sz="2000" dirty="0">
                <a:ea typeface="+mn-lt"/>
                <a:cs typeface="+mn-lt"/>
              </a:rPr>
              <a:t> and </a:t>
            </a:r>
            <a:r>
              <a:rPr lang="en-US" sz="2000" b="1" dirty="0">
                <a:ea typeface="+mn-lt"/>
                <a:cs typeface="+mn-lt"/>
              </a:rPr>
              <a:t>React Native</a:t>
            </a:r>
            <a:r>
              <a:rPr lang="en-US" sz="2000" dirty="0">
                <a:ea typeface="+mn-lt"/>
                <a:cs typeface="+mn-lt"/>
              </a:rPr>
              <a:t> provide the ideal balance of performance and cost-efficiency for our local market.</a:t>
            </a:r>
          </a:p>
          <a:p>
            <a:endParaRPr lang="en-US" sz="2000" dirty="0">
              <a:cs typeface="Arial"/>
            </a:endParaRPr>
          </a:p>
          <a:p>
            <a:r>
              <a:rPr lang="en-US" sz="2000" b="1" dirty="0">
                <a:ea typeface="+mn-lt"/>
                <a:cs typeface="+mn-lt"/>
              </a:rPr>
              <a:t>Precision in Planning:</a:t>
            </a:r>
            <a:r>
              <a:rPr lang="en-US" sz="2000" dirty="0">
                <a:ea typeface="+mn-lt"/>
                <a:cs typeface="+mn-lt"/>
              </a:rPr>
              <a:t> Strong </a:t>
            </a:r>
            <a:r>
              <a:rPr lang="en-US" sz="2000" b="1" dirty="0">
                <a:ea typeface="+mn-lt"/>
                <a:cs typeface="+mn-lt"/>
              </a:rPr>
              <a:t>Requirement Engineering</a:t>
            </a:r>
            <a:r>
              <a:rPr lang="en-US" sz="2000" dirty="0">
                <a:ea typeface="+mn-lt"/>
                <a:cs typeface="+mn-lt"/>
              </a:rPr>
              <a:t> prevents technical debt and ensures the final product effectively solves the user's problem.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405406-BCF3-25D4-D0E9-A3A75BD64432}"/>
              </a:ext>
            </a:extLst>
          </p:cNvPr>
          <p:cNvSpPr txBox="1"/>
          <p:nvPr/>
        </p:nvSpPr>
        <p:spPr>
          <a:xfrm>
            <a:off x="3324314" y="44950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CM" dirty="0"/>
          </a:p>
        </p:txBody>
      </p:sp>
    </p:spTree>
    <p:extLst>
      <p:ext uri="{BB962C8B-B14F-4D97-AF65-F5344CB8AC3E}">
        <p14:creationId xmlns:p14="http://schemas.microsoft.com/office/powerpoint/2010/main" val="1357249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2">
      <a:dk1>
        <a:srgbClr val="000000"/>
      </a:dk1>
      <a:lt1>
        <a:srgbClr val="FFFFFF"/>
      </a:lt1>
      <a:dk2>
        <a:srgbClr val="6D6E71"/>
      </a:dk2>
      <a:lt2>
        <a:srgbClr val="58595B"/>
      </a:lt2>
      <a:accent1>
        <a:srgbClr val="0065A4"/>
      </a:accent1>
      <a:accent2>
        <a:srgbClr val="47C3D3"/>
      </a:accent2>
      <a:accent3>
        <a:srgbClr val="8F2D63"/>
      </a:accent3>
      <a:accent4>
        <a:srgbClr val="1A6871"/>
      </a:accent4>
      <a:accent5>
        <a:srgbClr val="0C4360"/>
      </a:accent5>
      <a:accent6>
        <a:srgbClr val="F47735"/>
      </a:accent6>
      <a:hlink>
        <a:srgbClr val="00559A"/>
      </a:hlink>
      <a:folHlink>
        <a:srgbClr val="595851"/>
      </a:folHlink>
    </a:clrScheme>
    <a:fontScheme name="Custom 3">
      <a:majorFont>
        <a:latin typeface="Trebuchet MS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66687569_Modern blue presentation_AAS_v5" id="{C7B59113-CD15-4341-96CA-86E715D5BE98}" vid="{5A8FDAEB-3DF3-4B3C-A708-49813F8D6F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5757914-1161-4661-9696-421FD6935CDD}">
  <ds:schemaRefs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www.w3.org/2000/xmlns/"/>
    <ds:schemaRef ds:uri="http://www.w3.org/2001/XMLSchema-instance"/>
  </ds:schemaRefs>
</ds:datastoreItem>
</file>

<file path=customXml/itemProps2.xml><?xml version="1.0" encoding="utf-8"?>
<ds:datastoreItem xmlns:ds="http://schemas.openxmlformats.org/officeDocument/2006/customXml" ds:itemID="{4C103400-4A22-4E35-B588-4C4D42638959}">
  <ds:schemaRefs>
    <ds:schemaRef ds:uri="16c05727-aa75-4e4a-9b5f-8a80a1165891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B26E0C9-B2AA-42E6-97B6-E1B7D9EAF1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</TotalTime>
  <Words>669</Words>
  <Application>Microsoft Macintosh PowerPoint</Application>
  <PresentationFormat>Widescreen</PresentationFormat>
  <Paragraphs>154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Calibri</vt:lpstr>
      <vt:lpstr>Helvetica</vt:lpstr>
      <vt:lpstr>Nunito</vt:lpstr>
      <vt:lpstr>Tahoma</vt:lpstr>
      <vt:lpstr>Trade Gothic LT Pro</vt:lpstr>
      <vt:lpstr>Trebuchet MS</vt:lpstr>
      <vt:lpstr>Office Theme</vt:lpstr>
      <vt:lpstr>MOBILE APP DEVELOPMENT PROCESS</vt:lpstr>
      <vt:lpstr>PowerPoint Presentation</vt:lpstr>
      <vt:lpstr>INTRODUCTION TO MOBILE APPS</vt:lpstr>
      <vt:lpstr>Types of Mobile Applications (5) </vt:lpstr>
      <vt:lpstr>1. ⁠ ⁠Native Apps</vt:lpstr>
      <vt:lpstr>2. ⁠ ⁠ ⁠Web Apps</vt:lpstr>
      <vt:lpstr>3. ⁠ ⁠ ⁠Hybrid Apps</vt:lpstr>
      <vt:lpstr>4. ⁠ ⁠ ⁠Cross-Platform Apps</vt:lpstr>
      <vt:lpstr>5. ⁠ ⁠ ⁠Progressive Web Apps (PWA)</vt:lpstr>
      <vt:lpstr>Key Comparison of App Types</vt:lpstr>
      <vt:lpstr>Programming Languages And Frameworks</vt:lpstr>
      <vt:lpstr>.</vt:lpstr>
      <vt:lpstr> X-CODE (SWIFT)</vt:lpstr>
      <vt:lpstr>ANDROID STUDIO </vt:lpstr>
      <vt:lpstr>PowerPoint Presentation</vt:lpstr>
      <vt:lpstr>     MVC</vt:lpstr>
      <vt:lpstr>MVP</vt:lpstr>
      <vt:lpstr>MVVM</vt:lpstr>
      <vt:lpstr>Requirement Engineering (The 5 Stages) </vt:lpstr>
      <vt:lpstr>Cost Estimation in Cameroon (XAF) </vt:lpstr>
      <vt:lpstr>Conclusion &amp; Key Takeaways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APP DEVELOPMENT PROCESS</dc:title>
  <dc:creator>Funwi Kelsea</dc:creator>
  <cp:lastModifiedBy>Funwi Kelsea</cp:lastModifiedBy>
  <cp:revision>17</cp:revision>
  <dcterms:created xsi:type="dcterms:W3CDTF">2026-04-05T10:04:16Z</dcterms:created>
  <dcterms:modified xsi:type="dcterms:W3CDTF">2026-04-07T10:24:47Z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