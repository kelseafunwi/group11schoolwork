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66" r:id="rId5"/>
    <p:sldId id="264" r:id="rId6"/>
    <p:sldId id="265" r:id="rId7"/>
    <p:sldId id="257" r:id="rId8"/>
    <p:sldId id="256" r:id="rId9"/>
    <p:sldId id="258" r:id="rId10"/>
    <p:sldId id="261" r:id="rId11"/>
    <p:sldId id="268" r:id="rId12"/>
    <p:sldId id="263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B7C6"/>
    <a:srgbClr val="00243A"/>
    <a:srgbClr val="103350"/>
    <a:srgbClr val="0C4360"/>
    <a:srgbClr val="1B6872"/>
    <a:srgbClr val="002136"/>
    <a:srgbClr val="0C75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" v="267" dt="2026-04-06T21:10:44.062"/>
    <p1510:client id="{268E14F3-B951-7C3E-1D88-AA782DFAB165}" v="38" dt="2026-04-06T19:51:21.212"/>
    <p1510:client id="{62CE872A-2D7F-F975-991C-E7FD09EDDB1E}" v="391" dt="2026-04-06T21:19:42.104"/>
    <p1510:client id="{B4C0864B-338B-7FB0-2D30-130E190A297D}" v="10" dt="2026-04-06T20:24:56.002"/>
    <p1510:client id="{E0D2D104-36B3-7447-8C8E-684C8FF10F7A}" v="1880" dt="2026-04-06T19:33:33.5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1A45A461-2B61-F922-A51C-23288991F541}"/>
    <pc:docChg chg="modSld">
      <pc:chgData name="Guest User" userId="" providerId="Windows Live" clId="Web-{1A45A461-2B61-F922-A51C-23288991F541}" dt="2026-04-06T21:10:44.062" v="403"/>
      <pc:docMkLst>
        <pc:docMk/>
      </pc:docMkLst>
      <pc:sldChg chg="delSp modSp">
        <pc:chgData name="Guest User" userId="" providerId="Windows Live" clId="Web-{1A45A461-2B61-F922-A51C-23288991F541}" dt="2026-04-06T21:01:27.669" v="355" actId="20577"/>
        <pc:sldMkLst>
          <pc:docMk/>
          <pc:sldMk cId="3946934594" sldId="256"/>
        </pc:sldMkLst>
        <pc:spChg chg="mod">
          <ac:chgData name="Guest User" userId="" providerId="Windows Live" clId="Web-{1A45A461-2B61-F922-A51C-23288991F541}" dt="2026-04-06T20:56:49.059" v="326" actId="20577"/>
          <ac:spMkLst>
            <pc:docMk/>
            <pc:sldMk cId="3946934594" sldId="256"/>
            <ac:spMk id="2" creationId="{632BE5BF-9922-45FB-8F3F-4446D40A051B}"/>
          </ac:spMkLst>
        </pc:spChg>
        <pc:spChg chg="mod">
          <ac:chgData name="Guest User" userId="" providerId="Windows Live" clId="Web-{1A45A461-2B61-F922-A51C-23288991F541}" dt="2026-04-06T20:03:16.796" v="69" actId="20577"/>
          <ac:spMkLst>
            <pc:docMk/>
            <pc:sldMk cId="3946934594" sldId="256"/>
            <ac:spMk id="3" creationId="{0D537F64-4C96-4AA8-BB21-E8053A3186DD}"/>
          </ac:spMkLst>
        </pc:spChg>
        <pc:spChg chg="mod">
          <ac:chgData name="Guest User" userId="" providerId="Windows Live" clId="Web-{1A45A461-2B61-F922-A51C-23288991F541}" dt="2026-04-06T21:01:27.669" v="355" actId="20577"/>
          <ac:spMkLst>
            <pc:docMk/>
            <pc:sldMk cId="3946934594" sldId="256"/>
            <ac:spMk id="9" creationId="{8444E71D-559E-6807-6DDB-E22A80A6DAB2}"/>
          </ac:spMkLst>
        </pc:spChg>
        <pc:spChg chg="del mod">
          <ac:chgData name="Guest User" userId="" providerId="Windows Live" clId="Web-{1A45A461-2B61-F922-A51C-23288991F541}" dt="2026-04-06T20:57:02.075" v="328"/>
          <ac:spMkLst>
            <pc:docMk/>
            <pc:sldMk cId="3946934594" sldId="256"/>
            <ac:spMk id="17" creationId="{622713A9-914E-E207-B560-DE26E7F47EB1}"/>
          </ac:spMkLst>
        </pc:spChg>
      </pc:sldChg>
      <pc:sldChg chg="modSp">
        <pc:chgData name="Guest User" userId="" providerId="Windows Live" clId="Web-{1A45A461-2B61-F922-A51C-23288991F541}" dt="2026-04-06T20:55:40.715" v="311" actId="14100"/>
        <pc:sldMkLst>
          <pc:docMk/>
          <pc:sldMk cId="2902794312" sldId="257"/>
        </pc:sldMkLst>
        <pc:spChg chg="mod">
          <ac:chgData name="Guest User" userId="" providerId="Windows Live" clId="Web-{1A45A461-2B61-F922-A51C-23288991F541}" dt="2026-04-06T20:54:31.573" v="307" actId="20577"/>
          <ac:spMkLst>
            <pc:docMk/>
            <pc:sldMk cId="2902794312" sldId="257"/>
            <ac:spMk id="4" creationId="{E3BD8413-C238-49D7-A4E1-E8FEF1811A0E}"/>
          </ac:spMkLst>
        </pc:spChg>
        <pc:spChg chg="mod">
          <ac:chgData name="Guest User" userId="" providerId="Windows Live" clId="Web-{1A45A461-2B61-F922-A51C-23288991F541}" dt="2026-04-06T20:55:40.715" v="311" actId="14100"/>
          <ac:spMkLst>
            <pc:docMk/>
            <pc:sldMk cId="2902794312" sldId="257"/>
            <ac:spMk id="5" creationId="{0A95F4DE-39B7-4CE2-BC1E-8B8AE662A895}"/>
          </ac:spMkLst>
        </pc:spChg>
        <pc:spChg chg="mod">
          <ac:chgData name="Guest User" userId="" providerId="Windows Live" clId="Web-{1A45A461-2B61-F922-A51C-23288991F541}" dt="2026-04-06T20:55:31.730" v="309" actId="14100"/>
          <ac:spMkLst>
            <pc:docMk/>
            <pc:sldMk cId="2902794312" sldId="257"/>
            <ac:spMk id="8" creationId="{292B59C4-402A-1FC0-5A3D-D195CC7649A4}"/>
          </ac:spMkLst>
        </pc:spChg>
      </pc:sldChg>
      <pc:sldChg chg="modSp">
        <pc:chgData name="Guest User" userId="" providerId="Windows Live" clId="Web-{1A45A461-2B61-F922-A51C-23288991F541}" dt="2026-04-06T20:08:49.965" v="106" actId="20577"/>
        <pc:sldMkLst>
          <pc:docMk/>
          <pc:sldMk cId="3733486012" sldId="258"/>
        </pc:sldMkLst>
        <pc:spChg chg="mod">
          <ac:chgData name="Guest User" userId="" providerId="Windows Live" clId="Web-{1A45A461-2B61-F922-A51C-23288991F541}" dt="2026-04-06T19:57:01.931" v="17" actId="20577"/>
          <ac:spMkLst>
            <pc:docMk/>
            <pc:sldMk cId="3733486012" sldId="258"/>
            <ac:spMk id="7" creationId="{7875C19A-1AAE-476A-A316-A2CF92D763D3}"/>
          </ac:spMkLst>
        </pc:spChg>
        <pc:spChg chg="mod">
          <ac:chgData name="Guest User" userId="" providerId="Windows Live" clId="Web-{1A45A461-2B61-F922-A51C-23288991F541}" dt="2026-04-06T20:08:49.965" v="106" actId="20577"/>
          <ac:spMkLst>
            <pc:docMk/>
            <pc:sldMk cId="3733486012" sldId="258"/>
            <ac:spMk id="10" creationId="{EF2BC084-E6DB-4DE7-B309-042A85EBA700}"/>
          </ac:spMkLst>
        </pc:spChg>
      </pc:sldChg>
      <pc:sldChg chg="addSp delSp modSp mod modClrScheme chgLayout">
        <pc:chgData name="Guest User" userId="" providerId="Windows Live" clId="Web-{1A45A461-2B61-F922-A51C-23288991F541}" dt="2026-04-06T21:04:42.576" v="381" actId="20577"/>
        <pc:sldMkLst>
          <pc:docMk/>
          <pc:sldMk cId="709828751" sldId="260"/>
        </pc:sldMkLst>
        <pc:spChg chg="mod ord">
          <ac:chgData name="Guest User" userId="" providerId="Windows Live" clId="Web-{1A45A461-2B61-F922-A51C-23288991F541}" dt="2026-04-06T21:02:35.310" v="363"/>
          <ac:spMkLst>
            <pc:docMk/>
            <pc:sldMk cId="709828751" sldId="260"/>
            <ac:spMk id="2" creationId="{8B065C75-272B-4BB5-BA23-D80E8654D621}"/>
          </ac:spMkLst>
        </pc:spChg>
        <pc:spChg chg="del mod ord">
          <ac:chgData name="Guest User" userId="" providerId="Windows Live" clId="Web-{1A45A461-2B61-F922-A51C-23288991F541}" dt="2026-04-06T21:04:07.998" v="378" actId="20577"/>
          <ac:spMkLst>
            <pc:docMk/>
            <pc:sldMk cId="709828751" sldId="260"/>
            <ac:spMk id="4" creationId="{BD179B88-D43C-4A31-9A52-3498E9430782}"/>
          </ac:spMkLst>
        </pc:spChg>
        <pc:spChg chg="del mod">
          <ac:chgData name="Guest User" userId="" providerId="Windows Live" clId="Web-{1A45A461-2B61-F922-A51C-23288991F541}" dt="2026-04-06T21:01:59.216" v="359"/>
          <ac:spMkLst>
            <pc:docMk/>
            <pc:sldMk cId="709828751" sldId="260"/>
            <ac:spMk id="5" creationId="{DCDDBE65-9AB1-4989-AF86-726591A6A128}"/>
          </ac:spMkLst>
        </pc:spChg>
        <pc:spChg chg="del mod">
          <ac:chgData name="Guest User" userId="" providerId="Windows Live" clId="Web-{1A45A461-2B61-F922-A51C-23288991F541}" dt="2026-04-06T21:01:59.216" v="358"/>
          <ac:spMkLst>
            <pc:docMk/>
            <pc:sldMk cId="709828751" sldId="260"/>
            <ac:spMk id="7" creationId="{1CB19F62-FA12-AA2F-3260-8D4A8CBF6538}"/>
          </ac:spMkLst>
        </pc:spChg>
        <pc:spChg chg="add mod ord">
          <ac:chgData name="Guest User" userId="" providerId="Windows Live" clId="Web-{1A45A461-2B61-F922-A51C-23288991F541}" dt="2026-04-06T21:03:36.357" v="374" actId="20577"/>
          <ac:spMkLst>
            <pc:docMk/>
            <pc:sldMk cId="709828751" sldId="260"/>
            <ac:spMk id="9" creationId="{F86DD11C-C516-F775-AAD4-597CD72ACBB3}"/>
          </ac:spMkLst>
        </pc:spChg>
        <pc:spChg chg="add mod ord">
          <ac:chgData name="Guest User" userId="" providerId="Windows Live" clId="Web-{1A45A461-2B61-F922-A51C-23288991F541}" dt="2026-04-06T21:03:44.685" v="377" actId="20577"/>
          <ac:spMkLst>
            <pc:docMk/>
            <pc:sldMk cId="709828751" sldId="260"/>
            <ac:spMk id="10" creationId="{F387009C-E7E3-8EEF-7917-3156495BE3F0}"/>
          </ac:spMkLst>
        </pc:spChg>
        <pc:spChg chg="add mod ord">
          <ac:chgData name="Guest User" userId="" providerId="Windows Live" clId="Web-{1A45A461-2B61-F922-A51C-23288991F541}" dt="2026-04-06T21:04:42.576" v="381" actId="20577"/>
          <ac:spMkLst>
            <pc:docMk/>
            <pc:sldMk cId="709828751" sldId="260"/>
            <ac:spMk id="11" creationId="{6F7FBCA8-2D60-210F-4BB6-DF87698105FA}"/>
          </ac:spMkLst>
        </pc:spChg>
        <pc:spChg chg="add mod ord">
          <ac:chgData name="Guest User" userId="" providerId="Windows Live" clId="Web-{1A45A461-2B61-F922-A51C-23288991F541}" dt="2026-04-06T21:04:38.264" v="380" actId="20577"/>
          <ac:spMkLst>
            <pc:docMk/>
            <pc:sldMk cId="709828751" sldId="260"/>
            <ac:spMk id="12" creationId="{79D1C0B7-D4FF-9BF4-EF38-A6B4BB5E449F}"/>
          </ac:spMkLst>
        </pc:spChg>
        <pc:graphicFrameChg chg="add mod modGraphic">
          <ac:chgData name="Guest User" userId="" providerId="Windows Live" clId="Web-{1A45A461-2B61-F922-A51C-23288991F541}" dt="2026-04-06T20:16:55.608" v="191" actId="1076"/>
          <ac:graphicFrameMkLst>
            <pc:docMk/>
            <pc:sldMk cId="709828751" sldId="260"/>
            <ac:graphicFrameMk id="6" creationId="{AC958757-94E8-6716-8413-652A4941318D}"/>
          </ac:graphicFrameMkLst>
        </pc:graphicFrameChg>
      </pc:sldChg>
      <pc:sldChg chg="modSp">
        <pc:chgData name="Guest User" userId="" providerId="Windows Live" clId="Web-{1A45A461-2B61-F922-A51C-23288991F541}" dt="2026-04-06T20:01:06.592" v="52" actId="14100"/>
        <pc:sldMkLst>
          <pc:docMk/>
          <pc:sldMk cId="3607270498" sldId="261"/>
        </pc:sldMkLst>
        <pc:spChg chg="mod">
          <ac:chgData name="Guest User" userId="" providerId="Windows Live" clId="Web-{1A45A461-2B61-F922-A51C-23288991F541}" dt="2026-04-06T20:00:47.404" v="48" actId="20577"/>
          <ac:spMkLst>
            <pc:docMk/>
            <pc:sldMk cId="3607270498" sldId="261"/>
            <ac:spMk id="4" creationId="{315E3981-F0D7-482C-A8E0-6A57700BECA7}"/>
          </ac:spMkLst>
        </pc:spChg>
        <pc:spChg chg="mod">
          <ac:chgData name="Guest User" userId="" providerId="Windows Live" clId="Web-{1A45A461-2B61-F922-A51C-23288991F541}" dt="2026-04-06T20:01:06.592" v="52" actId="14100"/>
          <ac:spMkLst>
            <pc:docMk/>
            <pc:sldMk cId="3607270498" sldId="261"/>
            <ac:spMk id="5" creationId="{E0C87788-476B-4620-8002-A5C1177AD6C1}"/>
          </ac:spMkLst>
        </pc:spChg>
        <pc:spChg chg="mod">
          <ac:chgData name="Guest User" userId="" providerId="Windows Live" clId="Web-{1A45A461-2B61-F922-A51C-23288991F541}" dt="2026-04-06T20:00:53.654" v="49" actId="20577"/>
          <ac:spMkLst>
            <pc:docMk/>
            <pc:sldMk cId="3607270498" sldId="261"/>
            <ac:spMk id="7" creationId="{B74126B4-1E6C-4FFF-9282-40E18A85A07F}"/>
          </ac:spMkLst>
        </pc:spChg>
      </pc:sldChg>
      <pc:sldChg chg="addSp delSp modSp">
        <pc:chgData name="Guest User" userId="" providerId="Windows Live" clId="Web-{1A45A461-2B61-F922-A51C-23288991F541}" dt="2026-04-06T21:10:44.062" v="403"/>
        <pc:sldMkLst>
          <pc:docMk/>
          <pc:sldMk cId="3112637108" sldId="265"/>
        </pc:sldMkLst>
        <pc:spChg chg="del mod">
          <ac:chgData name="Guest User" userId="" providerId="Windows Live" clId="Web-{1A45A461-2B61-F922-A51C-23288991F541}" dt="2026-04-06T20:39:22.544" v="238"/>
          <ac:spMkLst>
            <pc:docMk/>
            <pc:sldMk cId="3112637108" sldId="265"/>
            <ac:spMk id="2" creationId="{790E9C81-B063-3248-5A62-4DCCB9AFE0BC}"/>
          </ac:spMkLst>
        </pc:spChg>
        <pc:spChg chg="del mod">
          <ac:chgData name="Guest User" userId="" providerId="Windows Live" clId="Web-{1A45A461-2B61-F922-A51C-23288991F541}" dt="2026-04-06T20:39:13.294" v="236"/>
          <ac:spMkLst>
            <pc:docMk/>
            <pc:sldMk cId="3112637108" sldId="265"/>
            <ac:spMk id="4" creationId="{D270D3E2-3872-821A-A6CC-D538B4A5B8B3}"/>
          </ac:spMkLst>
        </pc:spChg>
        <pc:graphicFrameChg chg="add mod modGraphic">
          <ac:chgData name="Guest User" userId="" providerId="Windows Live" clId="Web-{1A45A461-2B61-F922-A51C-23288991F541}" dt="2026-04-06T21:10:44.062" v="403"/>
          <ac:graphicFrameMkLst>
            <pc:docMk/>
            <pc:sldMk cId="3112637108" sldId="265"/>
            <ac:graphicFrameMk id="6" creationId="{1C26C42D-B6B1-6CD2-5EC1-FA5AA7F84E7C}"/>
          </ac:graphicFrameMkLst>
        </pc:graphicFrameChg>
      </pc:sldChg>
      <pc:sldChg chg="modSp">
        <pc:chgData name="Guest User" userId="" providerId="Windows Live" clId="Web-{1A45A461-2B61-F922-A51C-23288991F541}" dt="2026-04-06T20:38:49.653" v="234" actId="20577"/>
        <pc:sldMkLst>
          <pc:docMk/>
          <pc:sldMk cId="4201922090" sldId="266"/>
        </pc:sldMkLst>
        <pc:spChg chg="mod">
          <ac:chgData name="Guest User" userId="" providerId="Windows Live" clId="Web-{1A45A461-2B61-F922-A51C-23288991F541}" dt="2026-04-06T20:38:49.653" v="234" actId="20577"/>
          <ac:spMkLst>
            <pc:docMk/>
            <pc:sldMk cId="4201922090" sldId="266"/>
            <ac:spMk id="2" creationId="{77D0B7ED-DB48-3961-9A22-9285F55C5016}"/>
          </ac:spMkLst>
        </pc:spChg>
      </pc:sldChg>
    </pc:docChg>
  </pc:docChgLst>
  <pc:docChgLst>
    <pc:chgData name="Funwi Kelsea" userId="a4b742bd662ca32b" providerId="Windows Live" clId="Web-{62CE872A-2D7F-F975-991C-E7FD09EDDB1E}"/>
    <pc:docChg chg="addSld delSld modSld sldOrd">
      <pc:chgData name="Funwi Kelsea" userId="a4b742bd662ca32b" providerId="Windows Live" clId="Web-{62CE872A-2D7F-F975-991C-E7FD09EDDB1E}" dt="2026-04-06T21:19:42.104" v="306" actId="20577"/>
      <pc:docMkLst>
        <pc:docMk/>
      </pc:docMkLst>
      <pc:sldChg chg="modSp">
        <pc:chgData name="Funwi Kelsea" userId="a4b742bd662ca32b" providerId="Windows Live" clId="Web-{62CE872A-2D7F-F975-991C-E7FD09EDDB1E}" dt="2026-04-06T21:10:37.473" v="220" actId="14100"/>
        <pc:sldMkLst>
          <pc:docMk/>
          <pc:sldMk cId="3946934594" sldId="256"/>
        </pc:sldMkLst>
        <pc:spChg chg="mod">
          <ac:chgData name="Funwi Kelsea" userId="a4b742bd662ca32b" providerId="Windows Live" clId="Web-{62CE872A-2D7F-F975-991C-E7FD09EDDB1E}" dt="2026-04-06T21:10:37.473" v="220" actId="14100"/>
          <ac:spMkLst>
            <pc:docMk/>
            <pc:sldMk cId="3946934594" sldId="256"/>
            <ac:spMk id="9" creationId="{8444E71D-559E-6807-6DDB-E22A80A6DAB2}"/>
          </ac:spMkLst>
        </pc:spChg>
      </pc:sldChg>
      <pc:sldChg chg="modSp">
        <pc:chgData name="Funwi Kelsea" userId="a4b742bd662ca32b" providerId="Windows Live" clId="Web-{62CE872A-2D7F-F975-991C-E7FD09EDDB1E}" dt="2026-04-06T21:13:36.758" v="285" actId="20577"/>
        <pc:sldMkLst>
          <pc:docMk/>
          <pc:sldMk cId="2902794312" sldId="257"/>
        </pc:sldMkLst>
        <pc:spChg chg="mod">
          <ac:chgData name="Funwi Kelsea" userId="a4b742bd662ca32b" providerId="Windows Live" clId="Web-{62CE872A-2D7F-F975-991C-E7FD09EDDB1E}" dt="2026-04-06T21:13:36.758" v="285" actId="20577"/>
          <ac:spMkLst>
            <pc:docMk/>
            <pc:sldMk cId="2902794312" sldId="257"/>
            <ac:spMk id="4" creationId="{E3BD8413-C238-49D7-A4E1-E8FEF1811A0E}"/>
          </ac:spMkLst>
        </pc:spChg>
        <pc:spChg chg="mod">
          <ac:chgData name="Funwi Kelsea" userId="a4b742bd662ca32b" providerId="Windows Live" clId="Web-{62CE872A-2D7F-F975-991C-E7FD09EDDB1E}" dt="2026-04-06T21:12:30.398" v="273" actId="20577"/>
          <ac:spMkLst>
            <pc:docMk/>
            <pc:sldMk cId="2902794312" sldId="257"/>
            <ac:spMk id="5" creationId="{0A95F4DE-39B7-4CE2-BC1E-8B8AE662A895}"/>
          </ac:spMkLst>
        </pc:spChg>
        <pc:spChg chg="mod">
          <ac:chgData name="Funwi Kelsea" userId="a4b742bd662ca32b" providerId="Windows Live" clId="Web-{62CE872A-2D7F-F975-991C-E7FD09EDDB1E}" dt="2026-04-06T21:11:30.912" v="244" actId="1076"/>
          <ac:spMkLst>
            <pc:docMk/>
            <pc:sldMk cId="2902794312" sldId="257"/>
            <ac:spMk id="8" creationId="{292B59C4-402A-1FC0-5A3D-D195CC7649A4}"/>
          </ac:spMkLst>
        </pc:spChg>
      </pc:sldChg>
      <pc:sldChg chg="modSp">
        <pc:chgData name="Funwi Kelsea" userId="a4b742bd662ca32b" providerId="Windows Live" clId="Web-{62CE872A-2D7F-F975-991C-E7FD09EDDB1E}" dt="2026-04-06T21:12:51.867" v="283" actId="20577"/>
        <pc:sldMkLst>
          <pc:docMk/>
          <pc:sldMk cId="3733486012" sldId="258"/>
        </pc:sldMkLst>
        <pc:spChg chg="mod">
          <ac:chgData name="Funwi Kelsea" userId="a4b742bd662ca32b" providerId="Windows Live" clId="Web-{62CE872A-2D7F-F975-991C-E7FD09EDDB1E}" dt="2026-04-06T21:12:51.867" v="283" actId="20577"/>
          <ac:spMkLst>
            <pc:docMk/>
            <pc:sldMk cId="3733486012" sldId="258"/>
            <ac:spMk id="3" creationId="{2AC141D2-FEB6-6157-0178-F71C02FA665D}"/>
          </ac:spMkLst>
        </pc:spChg>
        <pc:spChg chg="mod">
          <ac:chgData name="Funwi Kelsea" userId="a4b742bd662ca32b" providerId="Windows Live" clId="Web-{62CE872A-2D7F-F975-991C-E7FD09EDDB1E}" dt="2026-04-06T21:10:11.910" v="210" actId="20577"/>
          <ac:spMkLst>
            <pc:docMk/>
            <pc:sldMk cId="3733486012" sldId="258"/>
            <ac:spMk id="10" creationId="{EF2BC084-E6DB-4DE7-B309-042A85EBA700}"/>
          </ac:spMkLst>
        </pc:spChg>
      </pc:sldChg>
      <pc:sldChg chg="del">
        <pc:chgData name="Funwi Kelsea" userId="a4b742bd662ca32b" providerId="Windows Live" clId="Web-{62CE872A-2D7F-F975-991C-E7FD09EDDB1E}" dt="2026-04-06T21:08:47.202" v="204"/>
        <pc:sldMkLst>
          <pc:docMk/>
          <pc:sldMk cId="709828751" sldId="260"/>
        </pc:sldMkLst>
      </pc:sldChg>
      <pc:sldChg chg="addSp modSp">
        <pc:chgData name="Funwi Kelsea" userId="a4b742bd662ca32b" providerId="Windows Live" clId="Web-{62CE872A-2D7F-F975-991C-E7FD09EDDB1E}" dt="2026-04-06T21:03:34.921" v="194" actId="20577"/>
        <pc:sldMkLst>
          <pc:docMk/>
          <pc:sldMk cId="3607270498" sldId="261"/>
        </pc:sldMkLst>
        <pc:spChg chg="mod">
          <ac:chgData name="Funwi Kelsea" userId="a4b742bd662ca32b" providerId="Windows Live" clId="Web-{62CE872A-2D7F-F975-991C-E7FD09EDDB1E}" dt="2026-04-06T21:00:32.432" v="85" actId="14100"/>
          <ac:spMkLst>
            <pc:docMk/>
            <pc:sldMk cId="3607270498" sldId="261"/>
            <ac:spMk id="2" creationId="{520FC4EE-F318-4344-9E3C-B950ADB63865}"/>
          </ac:spMkLst>
        </pc:spChg>
        <pc:spChg chg="mod">
          <ac:chgData name="Funwi Kelsea" userId="a4b742bd662ca32b" providerId="Windows Live" clId="Web-{62CE872A-2D7F-F975-991C-E7FD09EDDB1E}" dt="2026-04-06T21:01:31.324" v="103" actId="20577"/>
          <ac:spMkLst>
            <pc:docMk/>
            <pc:sldMk cId="3607270498" sldId="261"/>
            <ac:spMk id="4" creationId="{315E3981-F0D7-482C-A8E0-6A57700BECA7}"/>
          </ac:spMkLst>
        </pc:spChg>
        <pc:spChg chg="mod">
          <ac:chgData name="Funwi Kelsea" userId="a4b742bd662ca32b" providerId="Windows Live" clId="Web-{62CE872A-2D7F-F975-991C-E7FD09EDDB1E}" dt="2026-04-06T21:00:52.089" v="88" actId="1076"/>
          <ac:spMkLst>
            <pc:docMk/>
            <pc:sldMk cId="3607270498" sldId="261"/>
            <ac:spMk id="7" creationId="{B74126B4-1E6C-4FFF-9282-40E18A85A07F}"/>
          </ac:spMkLst>
        </pc:spChg>
        <pc:spChg chg="add mod">
          <ac:chgData name="Funwi Kelsea" userId="a4b742bd662ca32b" providerId="Windows Live" clId="Web-{62CE872A-2D7F-F975-991C-E7FD09EDDB1E}" dt="2026-04-06T21:00:25.245" v="84" actId="1076"/>
          <ac:spMkLst>
            <pc:docMk/>
            <pc:sldMk cId="3607270498" sldId="261"/>
            <ac:spMk id="9" creationId="{6194E170-7B56-ACC1-AA26-6E3BF46C45F0}"/>
          </ac:spMkLst>
        </pc:spChg>
        <pc:spChg chg="add mod">
          <ac:chgData name="Funwi Kelsea" userId="a4b742bd662ca32b" providerId="Windows Live" clId="Web-{62CE872A-2D7F-F975-991C-E7FD09EDDB1E}" dt="2026-04-06T21:03:34.921" v="194" actId="20577"/>
          <ac:spMkLst>
            <pc:docMk/>
            <pc:sldMk cId="3607270498" sldId="261"/>
            <ac:spMk id="10" creationId="{56DB35B2-9F41-CED6-7BFF-1F20B515D218}"/>
          </ac:spMkLst>
        </pc:spChg>
      </pc:sldChg>
      <pc:sldChg chg="modSp del">
        <pc:chgData name="Funwi Kelsea" userId="a4b742bd662ca32b" providerId="Windows Live" clId="Web-{62CE872A-2D7F-F975-991C-E7FD09EDDB1E}" dt="2026-04-06T21:01:14.855" v="90"/>
        <pc:sldMkLst>
          <pc:docMk/>
          <pc:sldMk cId="3892131414" sldId="262"/>
        </pc:sldMkLst>
        <pc:spChg chg="mod">
          <ac:chgData name="Funwi Kelsea" userId="a4b742bd662ca32b" providerId="Windows Live" clId="Web-{62CE872A-2D7F-F975-991C-E7FD09EDDB1E}" dt="2026-04-06T21:01:09.323" v="89" actId="20577"/>
          <ac:spMkLst>
            <pc:docMk/>
            <pc:sldMk cId="3892131414" sldId="262"/>
            <ac:spMk id="34" creationId="{4A654DAB-8ECA-DA54-0C94-5926442E49E0}"/>
          </ac:spMkLst>
        </pc:spChg>
      </pc:sldChg>
      <pc:sldChg chg="modSp">
        <pc:chgData name="Funwi Kelsea" userId="a4b742bd662ca32b" providerId="Windows Live" clId="Web-{62CE872A-2D7F-F975-991C-E7FD09EDDB1E}" dt="2026-04-06T20:44:35.934" v="12" actId="20577"/>
        <pc:sldMkLst>
          <pc:docMk/>
          <pc:sldMk cId="3626490682" sldId="263"/>
        </pc:sldMkLst>
        <pc:spChg chg="mod">
          <ac:chgData name="Funwi Kelsea" userId="a4b742bd662ca32b" providerId="Windows Live" clId="Web-{62CE872A-2D7F-F975-991C-E7FD09EDDB1E}" dt="2026-04-06T20:44:07.262" v="5" actId="20577"/>
          <ac:spMkLst>
            <pc:docMk/>
            <pc:sldMk cId="3626490682" sldId="263"/>
            <ac:spMk id="2" creationId="{51348BA5-1584-F84E-2736-19E9659CCBDF}"/>
          </ac:spMkLst>
        </pc:spChg>
        <pc:spChg chg="mod">
          <ac:chgData name="Funwi Kelsea" userId="a4b742bd662ca32b" providerId="Windows Live" clId="Web-{62CE872A-2D7F-F975-991C-E7FD09EDDB1E}" dt="2026-04-06T20:44:35.934" v="12" actId="20577"/>
          <ac:spMkLst>
            <pc:docMk/>
            <pc:sldMk cId="3626490682" sldId="263"/>
            <ac:spMk id="4" creationId="{0C4045AE-80EC-6677-1C76-45869F186E5E}"/>
          </ac:spMkLst>
        </pc:spChg>
      </pc:sldChg>
      <pc:sldChg chg="ord">
        <pc:chgData name="Funwi Kelsea" userId="a4b742bd662ca32b" providerId="Windows Live" clId="Web-{62CE872A-2D7F-F975-991C-E7FD09EDDB1E}" dt="2026-04-06T21:13:20.274" v="284"/>
        <pc:sldMkLst>
          <pc:docMk/>
          <pc:sldMk cId="2834416146" sldId="264"/>
        </pc:sldMkLst>
      </pc:sldChg>
      <pc:sldChg chg="modSp new">
        <pc:chgData name="Funwi Kelsea" userId="a4b742bd662ca32b" providerId="Windows Live" clId="Web-{62CE872A-2D7F-F975-991C-E7FD09EDDB1E}" dt="2026-04-06T20:53:41.718" v="25" actId="20577"/>
        <pc:sldMkLst>
          <pc:docMk/>
          <pc:sldMk cId="1133137305" sldId="267"/>
        </pc:sldMkLst>
        <pc:spChg chg="mod">
          <ac:chgData name="Funwi Kelsea" userId="a4b742bd662ca32b" providerId="Windows Live" clId="Web-{62CE872A-2D7F-F975-991C-E7FD09EDDB1E}" dt="2026-04-06T20:53:05.234" v="16" actId="20577"/>
          <ac:spMkLst>
            <pc:docMk/>
            <pc:sldMk cId="1133137305" sldId="267"/>
            <ac:spMk id="2" creationId="{B170ADED-37EE-C4FF-50A1-B14374238D37}"/>
          </ac:spMkLst>
        </pc:spChg>
        <pc:spChg chg="mod">
          <ac:chgData name="Funwi Kelsea" userId="a4b742bd662ca32b" providerId="Windows Live" clId="Web-{62CE872A-2D7F-F975-991C-E7FD09EDDB1E}" dt="2026-04-06T20:53:41.718" v="25" actId="20577"/>
          <ac:spMkLst>
            <pc:docMk/>
            <pc:sldMk cId="1133137305" sldId="267"/>
            <ac:spMk id="4" creationId="{B8FD5EE2-2259-4CB2-1BF6-A3228B2B47D9}"/>
          </ac:spMkLst>
        </pc:spChg>
      </pc:sldChg>
      <pc:sldChg chg="modSp new">
        <pc:chgData name="Funwi Kelsea" userId="a4b742bd662ca32b" providerId="Windows Live" clId="Web-{62CE872A-2D7F-F975-991C-E7FD09EDDB1E}" dt="2026-04-06T20:58:01.273" v="46" actId="20577"/>
        <pc:sldMkLst>
          <pc:docMk/>
          <pc:sldMk cId="3543692863" sldId="268"/>
        </pc:sldMkLst>
        <pc:spChg chg="mod">
          <ac:chgData name="Funwi Kelsea" userId="a4b742bd662ca32b" providerId="Windows Live" clId="Web-{62CE872A-2D7F-F975-991C-E7FD09EDDB1E}" dt="2026-04-06T20:57:16.445" v="31" actId="20577"/>
          <ac:spMkLst>
            <pc:docMk/>
            <pc:sldMk cId="3543692863" sldId="268"/>
            <ac:spMk id="2" creationId="{B3EA3691-21C2-7345-4D12-5EE8015B735F}"/>
          </ac:spMkLst>
        </pc:spChg>
        <pc:spChg chg="mod">
          <ac:chgData name="Funwi Kelsea" userId="a4b742bd662ca32b" providerId="Windows Live" clId="Web-{62CE872A-2D7F-F975-991C-E7FD09EDDB1E}" dt="2026-04-06T20:58:01.273" v="46" actId="20577"/>
          <ac:spMkLst>
            <pc:docMk/>
            <pc:sldMk cId="3543692863" sldId="268"/>
            <ac:spMk id="4" creationId="{BC3C7601-E598-D895-A67B-BCE070B77069}"/>
          </ac:spMkLst>
        </pc:spChg>
      </pc:sldChg>
      <pc:sldChg chg="modSp new">
        <pc:chgData name="Funwi Kelsea" userId="a4b742bd662ca32b" providerId="Windows Live" clId="Web-{62CE872A-2D7F-F975-991C-E7FD09EDDB1E}" dt="2026-04-06T21:19:42.104" v="306" actId="20577"/>
        <pc:sldMkLst>
          <pc:docMk/>
          <pc:sldMk cId="1357249329" sldId="269"/>
        </pc:sldMkLst>
        <pc:spChg chg="mod">
          <ac:chgData name="Funwi Kelsea" userId="a4b742bd662ca32b" providerId="Windows Live" clId="Web-{62CE872A-2D7F-F975-991C-E7FD09EDDB1E}" dt="2026-04-06T21:18:16.073" v="292" actId="20577"/>
          <ac:spMkLst>
            <pc:docMk/>
            <pc:sldMk cId="1357249329" sldId="269"/>
            <ac:spMk id="2" creationId="{954F6758-C92E-6908-58B2-CD2D88CAE5CD}"/>
          </ac:spMkLst>
        </pc:spChg>
        <pc:spChg chg="mod">
          <ac:chgData name="Funwi Kelsea" userId="a4b742bd662ca32b" providerId="Windows Live" clId="Web-{62CE872A-2D7F-F975-991C-E7FD09EDDB1E}" dt="2026-04-06T21:19:42.104" v="306" actId="20577"/>
          <ac:spMkLst>
            <pc:docMk/>
            <pc:sldMk cId="1357249329" sldId="269"/>
            <ac:spMk id="4" creationId="{2CA8E04D-525E-1338-F666-D78D99B23BC7}"/>
          </ac:spMkLst>
        </pc:spChg>
      </pc:sldChg>
      <pc:sldChg chg="new del">
        <pc:chgData name="Funwi Kelsea" userId="a4b742bd662ca32b" providerId="Windows Live" clId="Web-{62CE872A-2D7F-F975-991C-E7FD09EDDB1E}" dt="2026-04-06T21:09:09.453" v="205"/>
        <pc:sldMkLst>
          <pc:docMk/>
          <pc:sldMk cId="1637416764" sldId="269"/>
        </pc:sldMkLst>
      </pc:sldChg>
      <pc:sldChg chg="new del">
        <pc:chgData name="Funwi Kelsea" userId="a4b742bd662ca32b" providerId="Windows Live" clId="Web-{62CE872A-2D7F-F975-991C-E7FD09EDDB1E}" dt="2026-04-06T21:09:12.860" v="206"/>
        <pc:sldMkLst>
          <pc:docMk/>
          <pc:sldMk cId="2389344429" sldId="270"/>
        </pc:sldMkLst>
      </pc:sldChg>
    </pc:docChg>
  </pc:docChgLst>
  <pc:docChgLst>
    <pc:chgData name="Guest User" providerId="Windows Live" clId="Web-{268E14F3-B951-7C3E-1D88-AA782DFAB165}"/>
    <pc:docChg chg="delSld modSld">
      <pc:chgData name="Guest User" userId="" providerId="Windows Live" clId="Web-{268E14F3-B951-7C3E-1D88-AA782DFAB165}" dt="2026-04-06T19:51:21.212" v="42" actId="20577"/>
      <pc:docMkLst>
        <pc:docMk/>
      </pc:docMkLst>
      <pc:sldChg chg="addSp delSp modSp">
        <pc:chgData name="Guest User" userId="" providerId="Windows Live" clId="Web-{268E14F3-B951-7C3E-1D88-AA782DFAB165}" dt="2026-04-06T19:51:21.212" v="42" actId="20577"/>
        <pc:sldMkLst>
          <pc:docMk/>
          <pc:sldMk cId="3946934594" sldId="256"/>
        </pc:sldMkLst>
        <pc:spChg chg="mod">
          <ac:chgData name="Guest User" userId="" providerId="Windows Live" clId="Web-{268E14F3-B951-7C3E-1D88-AA782DFAB165}" dt="2026-04-06T19:50:25.132" v="14" actId="1076"/>
          <ac:spMkLst>
            <pc:docMk/>
            <pc:sldMk cId="3946934594" sldId="256"/>
            <ac:spMk id="2" creationId="{632BE5BF-9922-45FB-8F3F-4446D40A051B}"/>
          </ac:spMkLst>
        </pc:spChg>
        <pc:spChg chg="add del mod">
          <ac:chgData name="Guest User" userId="" providerId="Windows Live" clId="Web-{268E14F3-B951-7C3E-1D88-AA782DFAB165}" dt="2026-04-06T19:51:13.056" v="36"/>
          <ac:spMkLst>
            <pc:docMk/>
            <pc:sldMk cId="3946934594" sldId="256"/>
            <ac:spMk id="5" creationId="{E51CD645-E851-8539-2159-6C033A0A4B3E}"/>
          </ac:spMkLst>
        </pc:spChg>
        <pc:spChg chg="mod">
          <ac:chgData name="Guest User" userId="" providerId="Windows Live" clId="Web-{268E14F3-B951-7C3E-1D88-AA782DFAB165}" dt="2026-04-06T19:51:21.212" v="42" actId="20577"/>
          <ac:spMkLst>
            <pc:docMk/>
            <pc:sldMk cId="3946934594" sldId="256"/>
            <ac:spMk id="9" creationId="{8444E71D-559E-6807-6DDB-E22A80A6DAB2}"/>
          </ac:spMkLst>
        </pc:spChg>
        <pc:spChg chg="del mod">
          <ac:chgData name="Guest User" userId="" providerId="Windows Live" clId="Web-{268E14F3-B951-7C3E-1D88-AA782DFAB165}" dt="2026-04-06T19:50:56.899" v="31"/>
          <ac:spMkLst>
            <pc:docMk/>
            <pc:sldMk cId="3946934594" sldId="256"/>
            <ac:spMk id="13" creationId="{749803C4-F845-EC4A-A4B4-F41E026EBC39}"/>
          </ac:spMkLst>
        </pc:spChg>
      </pc:sldChg>
      <pc:sldChg chg="del">
        <pc:chgData name="Guest User" userId="" providerId="Windows Live" clId="Web-{268E14F3-B951-7C3E-1D88-AA782DFAB165}" dt="2026-04-06T19:48:28.470" v="5"/>
        <pc:sldMkLst>
          <pc:docMk/>
          <pc:sldMk cId="663103393" sldId="264"/>
        </pc:sldMkLst>
      </pc:sldChg>
      <pc:sldChg chg="del">
        <pc:chgData name="Guest User" userId="" providerId="Windows Live" clId="Web-{268E14F3-B951-7C3E-1D88-AA782DFAB165}" dt="2026-04-06T19:48:25.861" v="4"/>
        <pc:sldMkLst>
          <pc:docMk/>
          <pc:sldMk cId="1065425595" sldId="266"/>
        </pc:sldMkLst>
      </pc:sldChg>
      <pc:sldChg chg="del">
        <pc:chgData name="Guest User" userId="" providerId="Windows Live" clId="Web-{268E14F3-B951-7C3E-1D88-AA782DFAB165}" dt="2026-04-06T19:48:19.641" v="1"/>
        <pc:sldMkLst>
          <pc:docMk/>
          <pc:sldMk cId="914134537" sldId="267"/>
        </pc:sldMkLst>
      </pc:sldChg>
      <pc:sldChg chg="del">
        <pc:chgData name="Guest User" userId="" providerId="Windows Live" clId="Web-{268E14F3-B951-7C3E-1D88-AA782DFAB165}" dt="2026-04-06T19:48:16.938" v="0"/>
        <pc:sldMkLst>
          <pc:docMk/>
          <pc:sldMk cId="44069682" sldId="268"/>
        </pc:sldMkLst>
      </pc:sldChg>
      <pc:sldChg chg="del">
        <pc:chgData name="Guest User" userId="" providerId="Windows Live" clId="Web-{268E14F3-B951-7C3E-1D88-AA782DFAB165}" dt="2026-04-06T19:48:21.470" v="2"/>
        <pc:sldMkLst>
          <pc:docMk/>
          <pc:sldMk cId="429771863" sldId="269"/>
        </pc:sldMkLst>
      </pc:sldChg>
      <pc:sldChg chg="del">
        <pc:chgData name="Guest User" userId="" providerId="Windows Live" clId="Web-{268E14F3-B951-7C3E-1D88-AA782DFAB165}" dt="2026-04-06T19:48:31.361" v="6"/>
        <pc:sldMkLst>
          <pc:docMk/>
          <pc:sldMk cId="451187730" sldId="283"/>
        </pc:sldMkLst>
      </pc:sldChg>
      <pc:sldChg chg="del">
        <pc:chgData name="Guest User" userId="" providerId="Windows Live" clId="Web-{268E14F3-B951-7C3E-1D88-AA782DFAB165}" dt="2026-04-06T19:48:23.954" v="3"/>
        <pc:sldMkLst>
          <pc:docMk/>
          <pc:sldMk cId="3322300142" sldId="284"/>
        </pc:sldMkLst>
      </pc:sldChg>
      <pc:sldChg chg="del">
        <pc:chgData name="Guest User" userId="" providerId="Windows Live" clId="Web-{268E14F3-B951-7C3E-1D88-AA782DFAB165}" dt="2026-04-06T19:48:35.971" v="7"/>
        <pc:sldMkLst>
          <pc:docMk/>
          <pc:sldMk cId="59582380" sldId="285"/>
        </pc:sldMkLst>
      </pc:sldChg>
    </pc:docChg>
  </pc:docChgLst>
  <pc:docChgLst>
    <pc:chgData userId="BadgerMSA" providerId="Badger" clId="{F29B3804-3B44-3186-84F0-5711A74273E9}"/>
    <pc:docChg chg="undo custSel modSld">
      <pc:chgData name="" userId="BadgerMSA" providerId="Badger" clId="{F29B3804-3B44-3186-84F0-5711A74273E9}" dt="2026-04-06T19:33:33.564" v="1881" actId="14100"/>
      <pc:docMkLst>
        <pc:docMk/>
      </pc:docMkLst>
      <pc:sldChg chg="addSp delSp modSp mod">
        <pc:chgData name="" userId="BadgerMSA" providerId="Badger" clId="{F29B3804-3B44-3186-84F0-5711A74273E9}" dt="2026-04-06T18:47:54.819" v="469" actId="478"/>
        <pc:sldMkLst>
          <pc:docMk/>
          <pc:sldMk cId="3946934594" sldId="256"/>
        </pc:sldMkLst>
        <pc:spChg chg="add del mod">
          <ac:chgData name="" userId="BadgerMSA" providerId="Badger" clId="{F29B3804-3B44-3186-84F0-5711A74273E9}" dt="2026-04-06T18:32:05.958" v="24" actId="14100"/>
          <ac:spMkLst>
            <pc:docMk/>
            <pc:sldMk cId="3946934594" sldId="256"/>
            <ac:spMk id="2" creationId="{632BE5BF-9922-45FB-8F3F-4446D40A051B}"/>
          </ac:spMkLst>
        </pc:spChg>
        <pc:spChg chg="del mod">
          <ac:chgData name="" userId="BadgerMSA" providerId="Badger" clId="{F29B3804-3B44-3186-84F0-5711A74273E9}" dt="2026-04-06T18:46:52.917" v="417" actId="21"/>
          <ac:spMkLst>
            <pc:docMk/>
            <pc:sldMk cId="3946934594" sldId="256"/>
            <ac:spMk id="3" creationId="{0D537F64-4C96-4AA8-BB21-E8053A3186DD}"/>
          </ac:spMkLst>
        </pc:spChg>
        <pc:spChg chg="add del mod">
          <ac:chgData name="" userId="BadgerMSA" providerId="Badger" clId="{F29B3804-3B44-3186-84F0-5711A74273E9}" dt="2026-04-06T18:27:55.215" v="3" actId="21"/>
          <ac:spMkLst>
            <pc:docMk/>
            <pc:sldMk cId="3946934594" sldId="256"/>
            <ac:spMk id="5" creationId="{E819E370-295C-D0AF-8F6C-6A109090B23A}"/>
          </ac:spMkLst>
        </pc:spChg>
        <pc:spChg chg="add del">
          <ac:chgData name="" userId="BadgerMSA" providerId="Badger" clId="{F29B3804-3B44-3186-84F0-5711A74273E9}" dt="2026-04-06T18:28:29.864" v="5" actId="21"/>
          <ac:spMkLst>
            <pc:docMk/>
            <pc:sldMk cId="3946934594" sldId="256"/>
            <ac:spMk id="7" creationId="{D2876280-FE41-EEA3-29D9-AF105B3D52F6}"/>
          </ac:spMkLst>
        </pc:spChg>
        <pc:spChg chg="add mod">
          <ac:chgData name="" userId="BadgerMSA" providerId="Badger" clId="{F29B3804-3B44-3186-84F0-5711A74273E9}" dt="2026-04-06T18:46:44.564" v="413" actId="14100"/>
          <ac:spMkLst>
            <pc:docMk/>
            <pc:sldMk cId="3946934594" sldId="256"/>
            <ac:spMk id="9" creationId="{8444E71D-559E-6807-6DDB-E22A80A6DAB2}"/>
          </ac:spMkLst>
        </pc:spChg>
        <pc:spChg chg="add del mod">
          <ac:chgData name="" userId="BadgerMSA" providerId="Badger" clId="{F29B3804-3B44-3186-84F0-5711A74273E9}" dt="2026-04-06T18:40:33.452" v="233" actId="478"/>
          <ac:spMkLst>
            <pc:docMk/>
            <pc:sldMk cId="3946934594" sldId="256"/>
            <ac:spMk id="11" creationId="{91805942-9FFC-246C-1053-3DCDA7742EDC}"/>
          </ac:spMkLst>
        </pc:spChg>
        <pc:spChg chg="add mod">
          <ac:chgData name="" userId="BadgerMSA" providerId="Badger" clId="{F29B3804-3B44-3186-84F0-5711A74273E9}" dt="2026-04-06T18:46:44.962" v="415" actId="14100"/>
          <ac:spMkLst>
            <pc:docMk/>
            <pc:sldMk cId="3946934594" sldId="256"/>
            <ac:spMk id="13" creationId="{749803C4-F845-EC4A-A4B4-F41E026EBC39}"/>
          </ac:spMkLst>
        </pc:spChg>
        <pc:spChg chg="add del mod">
          <ac:chgData name="" userId="BadgerMSA" providerId="Badger" clId="{F29B3804-3B44-3186-84F0-5711A74273E9}" dt="2026-04-06T18:47:54.819" v="469" actId="478"/>
          <ac:spMkLst>
            <pc:docMk/>
            <pc:sldMk cId="3946934594" sldId="256"/>
            <ac:spMk id="15" creationId="{3E8F1C2B-59E3-44AF-57B4-7B8742AA96AA}"/>
          </ac:spMkLst>
        </pc:spChg>
        <pc:spChg chg="add mod">
          <ac:chgData name="" userId="BadgerMSA" providerId="Badger" clId="{F29B3804-3B44-3186-84F0-5711A74273E9}" dt="2026-04-06T18:47:38.414" v="467" actId="20577"/>
          <ac:spMkLst>
            <pc:docMk/>
            <pc:sldMk cId="3946934594" sldId="256"/>
            <ac:spMk id="17" creationId="{622713A9-914E-E207-B560-DE26E7F47EB1}"/>
          </ac:spMkLst>
        </pc:spChg>
      </pc:sldChg>
      <pc:sldChg chg="addSp delSp modSp mod modClrScheme chgLayout">
        <pc:chgData name="" userId="BadgerMSA" providerId="Badger" clId="{F29B3804-3B44-3186-84F0-5711A74273E9}" dt="2026-04-06T19:00:02.822" v="821" actId="114"/>
        <pc:sldMkLst>
          <pc:docMk/>
          <pc:sldMk cId="2902794312" sldId="257"/>
        </pc:sldMkLst>
        <pc:spChg chg="mod ord">
          <ac:chgData name="" userId="BadgerMSA" providerId="Badger" clId="{F29B3804-3B44-3186-84F0-5711A74273E9}" dt="2026-04-06T18:50:21.452" v="470" actId="700"/>
          <ac:spMkLst>
            <pc:docMk/>
            <pc:sldMk cId="2902794312" sldId="257"/>
            <ac:spMk id="2" creationId="{0B24BF10-2B55-43AB-9F77-F1A1410384A9}"/>
          </ac:spMkLst>
        </pc:spChg>
        <pc:spChg chg="mod ord">
          <ac:chgData name="" userId="BadgerMSA" providerId="Badger" clId="{F29B3804-3B44-3186-84F0-5711A74273E9}" dt="2026-04-06T18:52:35.539" v="548" actId="20577"/>
          <ac:spMkLst>
            <pc:docMk/>
            <pc:sldMk cId="2902794312" sldId="257"/>
            <ac:spMk id="4" creationId="{E3BD8413-C238-49D7-A4E1-E8FEF1811A0E}"/>
          </ac:spMkLst>
        </pc:spChg>
        <pc:spChg chg="mod ord">
          <ac:chgData name="" userId="BadgerMSA" providerId="Badger" clId="{F29B3804-3B44-3186-84F0-5711A74273E9}" dt="2026-04-06T18:56:54.793" v="663" actId="1076"/>
          <ac:spMkLst>
            <pc:docMk/>
            <pc:sldMk cId="2902794312" sldId="257"/>
            <ac:spMk id="5" creationId="{0A95F4DE-39B7-4CE2-BC1E-8B8AE662A895}"/>
          </ac:spMkLst>
        </pc:spChg>
        <pc:spChg chg="add del mod ord">
          <ac:chgData name="" userId="BadgerMSA" providerId="Badger" clId="{F29B3804-3B44-3186-84F0-5711A74273E9}" dt="2026-04-06T18:54:04.404" v="549" actId="21"/>
          <ac:spMkLst>
            <pc:docMk/>
            <pc:sldMk cId="2902794312" sldId="257"/>
            <ac:spMk id="6" creationId="{AE6B5C59-624A-3AB7-D580-0F608A0F01BA}"/>
          </ac:spMkLst>
        </pc:spChg>
        <pc:spChg chg="add mod">
          <ac:chgData name="" userId="BadgerMSA" providerId="Badger" clId="{F29B3804-3B44-3186-84F0-5711A74273E9}" dt="2026-04-06T19:00:02.822" v="821" actId="114"/>
          <ac:spMkLst>
            <pc:docMk/>
            <pc:sldMk cId="2902794312" sldId="257"/>
            <ac:spMk id="8" creationId="{292B59C4-402A-1FC0-5A3D-D195CC7649A4}"/>
          </ac:spMkLst>
        </pc:spChg>
      </pc:sldChg>
      <pc:sldChg chg="addSp modSp mod modClrScheme chgLayout">
        <pc:chgData name="" userId="BadgerMSA" providerId="Badger" clId="{F29B3804-3B44-3186-84F0-5711A74273E9}" dt="2026-04-06T19:18:49.757" v="1753" actId="20577"/>
        <pc:sldMkLst>
          <pc:docMk/>
          <pc:sldMk cId="3733486012" sldId="258"/>
        </pc:sldMkLst>
        <pc:spChg chg="mod ord">
          <ac:chgData name="" userId="BadgerMSA" providerId="Badger" clId="{F29B3804-3B44-3186-84F0-5711A74273E9}" dt="2026-04-06T19:14:07.067" v="1303" actId="700"/>
          <ac:spMkLst>
            <pc:docMk/>
            <pc:sldMk cId="3733486012" sldId="258"/>
            <ac:spMk id="2" creationId="{BE9800F6-D571-48C4-8466-12AA1ADB6599}"/>
          </ac:spMkLst>
        </pc:spChg>
        <pc:spChg chg="add mod ord">
          <ac:chgData name="" userId="BadgerMSA" providerId="Badger" clId="{F29B3804-3B44-3186-84F0-5711A74273E9}" dt="2026-04-06T19:18:49.757" v="1753" actId="20577"/>
          <ac:spMkLst>
            <pc:docMk/>
            <pc:sldMk cId="3733486012" sldId="258"/>
            <ac:spMk id="3" creationId="{2AC141D2-FEB6-6157-0178-F71C02FA665D}"/>
          </ac:spMkLst>
        </pc:spChg>
        <pc:spChg chg="mod ord">
          <ac:chgData name="" userId="BadgerMSA" providerId="Badger" clId="{F29B3804-3B44-3186-84F0-5711A74273E9}" dt="2026-04-06T19:14:31.791" v="1321" actId="207"/>
          <ac:spMkLst>
            <pc:docMk/>
            <pc:sldMk cId="3733486012" sldId="258"/>
            <ac:spMk id="7" creationId="{7875C19A-1AAE-476A-A316-A2CF92D763D3}"/>
          </ac:spMkLst>
        </pc:spChg>
        <pc:spChg chg="mod ord">
          <ac:chgData name="" userId="BadgerMSA" providerId="Badger" clId="{F29B3804-3B44-3186-84F0-5711A74273E9}" dt="2026-04-06T19:17:21.312" v="1745" actId="114"/>
          <ac:spMkLst>
            <pc:docMk/>
            <pc:sldMk cId="3733486012" sldId="258"/>
            <ac:spMk id="10" creationId="{EF2BC084-E6DB-4DE7-B309-042A85EBA700}"/>
          </ac:spMkLst>
        </pc:spChg>
      </pc:sldChg>
      <pc:sldChg chg="addSp delSp modSp mod modClrScheme chgLayout">
        <pc:chgData name="" userId="BadgerMSA" providerId="Badger" clId="{F29B3804-3B44-3186-84F0-5711A74273E9}" dt="2026-04-06T19:12:49.527" v="1302" actId="207"/>
        <pc:sldMkLst>
          <pc:docMk/>
          <pc:sldMk cId="709828751" sldId="260"/>
        </pc:sldMkLst>
        <pc:spChg chg="mod ord">
          <ac:chgData name="" userId="BadgerMSA" providerId="Badger" clId="{F29B3804-3B44-3186-84F0-5711A74273E9}" dt="2026-04-06T19:01:41.862" v="824" actId="700"/>
          <ac:spMkLst>
            <pc:docMk/>
            <pc:sldMk cId="709828751" sldId="260"/>
            <ac:spMk id="2" creationId="{8B065C75-272B-4BB5-BA23-D80E8654D621}"/>
          </ac:spMkLst>
        </pc:spChg>
        <pc:spChg chg="mod ord">
          <ac:chgData name="" userId="BadgerMSA" providerId="Badger" clId="{F29B3804-3B44-3186-84F0-5711A74273E9}" dt="2026-04-06T19:02:34.838" v="859" actId="207"/>
          <ac:spMkLst>
            <pc:docMk/>
            <pc:sldMk cId="709828751" sldId="260"/>
            <ac:spMk id="4" creationId="{BD179B88-D43C-4A31-9A52-3498E9430782}"/>
          </ac:spMkLst>
        </pc:spChg>
        <pc:spChg chg="del mod ord">
          <ac:chgData name="" userId="BadgerMSA" providerId="Badger" clId="{F29B3804-3B44-3186-84F0-5711A74273E9}" dt="2026-04-06T19:06:55.819" v="1272" actId="478"/>
          <ac:spMkLst>
            <pc:docMk/>
            <pc:sldMk cId="709828751" sldId="260"/>
            <ac:spMk id="5" creationId="{DCDDBE65-9AB1-4989-AF86-726591A6A128}"/>
          </ac:spMkLst>
        </pc:spChg>
        <pc:spChg chg="add mod">
          <ac:chgData name="" userId="BadgerMSA" providerId="Badger" clId="{F29B3804-3B44-3186-84F0-5711A74273E9}" dt="2026-04-06T19:12:49.527" v="1302" actId="207"/>
          <ac:spMkLst>
            <pc:docMk/>
            <pc:sldMk cId="709828751" sldId="260"/>
            <ac:spMk id="7" creationId="{1CB19F62-FA12-AA2F-3260-8D4A8CBF6538}"/>
          </ac:spMkLst>
        </pc:spChg>
        <pc:spChg chg="add del mod">
          <ac:chgData name="" userId="BadgerMSA" providerId="Badger" clId="{F29B3804-3B44-3186-84F0-5711A74273E9}" dt="2026-04-06T19:07:42.817" v="1275" actId="478"/>
          <ac:spMkLst>
            <pc:docMk/>
            <pc:sldMk cId="709828751" sldId="260"/>
            <ac:spMk id="9" creationId="{CB987F5F-E34F-B6EE-59ED-A5BE4D443718}"/>
          </ac:spMkLst>
        </pc:spChg>
        <pc:graphicFrameChg chg="add del">
          <ac:chgData name="" userId="BadgerMSA" providerId="Badger" clId="{F29B3804-3B44-3186-84F0-5711A74273E9}" dt="2026-04-06T19:01:30.939" v="823" actId="3680"/>
          <ac:graphicFrameMkLst>
            <pc:docMk/>
            <pc:sldMk cId="709828751" sldId="260"/>
            <ac:graphicFrameMk id="3" creationId="{0DC71121-0278-C50A-0AE6-5F34DDB39CBE}"/>
          </ac:graphicFrameMkLst>
        </pc:graphicFrameChg>
      </pc:sldChg>
      <pc:sldChg chg="delSp modSp mod modClrScheme chgLayout">
        <pc:chgData name="" userId="BadgerMSA" providerId="Badger" clId="{F29B3804-3B44-3186-84F0-5711A74273E9}" dt="2026-04-06T19:24:44.690" v="1818" actId="20577"/>
        <pc:sldMkLst>
          <pc:docMk/>
          <pc:sldMk cId="3607270498" sldId="261"/>
        </pc:sldMkLst>
        <pc:spChg chg="mod ord">
          <ac:chgData name="" userId="BadgerMSA" providerId="Badger" clId="{F29B3804-3B44-3186-84F0-5711A74273E9}" dt="2026-04-06T19:20:14.646" v="1754" actId="700"/>
          <ac:spMkLst>
            <pc:docMk/>
            <pc:sldMk cId="3607270498" sldId="261"/>
            <ac:spMk id="2" creationId="{520FC4EE-F318-4344-9E3C-B950ADB63865}"/>
          </ac:spMkLst>
        </pc:spChg>
        <pc:spChg chg="mod ord">
          <ac:chgData name="" userId="BadgerMSA" providerId="Badger" clId="{F29B3804-3B44-3186-84F0-5711A74273E9}" dt="2026-04-06T19:20:47.429" v="1774" actId="207"/>
          <ac:spMkLst>
            <pc:docMk/>
            <pc:sldMk cId="3607270498" sldId="261"/>
            <ac:spMk id="4" creationId="{315E3981-F0D7-482C-A8E0-6A57700BECA7}"/>
          </ac:spMkLst>
        </pc:spChg>
        <pc:spChg chg="del mod ord">
          <ac:chgData name="" userId="BadgerMSA" providerId="Badger" clId="{F29B3804-3B44-3186-84F0-5711A74273E9}" dt="2026-04-06T19:20:53.752" v="1775" actId="478"/>
          <ac:spMkLst>
            <pc:docMk/>
            <pc:sldMk cId="3607270498" sldId="261"/>
            <ac:spMk id="5" creationId="{E0C87788-476B-4620-8002-A5C1177AD6C1}"/>
          </ac:spMkLst>
        </pc:spChg>
        <pc:spChg chg="del mod ord">
          <ac:chgData name="" userId="BadgerMSA" providerId="Badger" clId="{F29B3804-3B44-3186-84F0-5711A74273E9}" dt="2026-04-06T19:20:19.414" v="1755" actId="478"/>
          <ac:spMkLst>
            <pc:docMk/>
            <pc:sldMk cId="3607270498" sldId="261"/>
            <ac:spMk id="6" creationId="{000A9570-5EF6-4AFB-9FCA-7C8998E3FEB1}"/>
          </ac:spMkLst>
        </pc:spChg>
        <pc:spChg chg="mod ord">
          <ac:chgData name="" userId="BadgerMSA" providerId="Badger" clId="{F29B3804-3B44-3186-84F0-5711A74273E9}" dt="2026-04-06T19:24:44.690" v="1818" actId="20577"/>
          <ac:spMkLst>
            <pc:docMk/>
            <pc:sldMk cId="3607270498" sldId="261"/>
            <ac:spMk id="7" creationId="{B74126B4-1E6C-4FFF-9282-40E18A85A07F}"/>
          </ac:spMkLst>
        </pc:spChg>
        <pc:spChg chg="del mod ord">
          <ac:chgData name="" userId="BadgerMSA" providerId="Badger" clId="{F29B3804-3B44-3186-84F0-5711A74273E9}" dt="2026-04-06T19:20:22.544" v="1756" actId="478"/>
          <ac:spMkLst>
            <pc:docMk/>
            <pc:sldMk cId="3607270498" sldId="261"/>
            <ac:spMk id="8" creationId="{47DC4E62-1A34-4F98-A451-214F1808519C}"/>
          </ac:spMkLst>
        </pc:spChg>
      </pc:sldChg>
      <pc:sldChg chg="addSp delSp modSp mod modClrScheme chgLayout">
        <pc:chgData name="" userId="BadgerMSA" providerId="Badger" clId="{F29B3804-3B44-3186-84F0-5711A74273E9}" dt="2026-04-06T19:33:33.564" v="1881" actId="14100"/>
        <pc:sldMkLst>
          <pc:docMk/>
          <pc:sldMk cId="3892131414" sldId="262"/>
        </pc:sldMkLst>
        <pc:spChg chg="mod ord">
          <ac:chgData name="" userId="BadgerMSA" providerId="Badger" clId="{F29B3804-3B44-3186-84F0-5711A74273E9}" dt="2026-04-06T19:27:01.652" v="1839" actId="700"/>
          <ac:spMkLst>
            <pc:docMk/>
            <pc:sldMk cId="3892131414" sldId="262"/>
            <ac:spMk id="2" creationId="{CC1F11E7-EDE5-4119-BA64-4FC57C285D19}"/>
          </ac:spMkLst>
        </pc:spChg>
        <pc:spChg chg="mod ord">
          <ac:chgData name="" userId="BadgerMSA" providerId="Badger" clId="{F29B3804-3B44-3186-84F0-5711A74273E9}" dt="2026-04-06T19:27:31.968" v="1856" actId="114"/>
          <ac:spMkLst>
            <pc:docMk/>
            <pc:sldMk cId="3892131414" sldId="262"/>
            <ac:spMk id="4" creationId="{315E3981-F0D7-482C-A8E0-6A57700BECA7}"/>
          </ac:spMkLst>
        </pc:spChg>
        <pc:spChg chg="add del mod">
          <ac:chgData name="" userId="BadgerMSA" providerId="Badger" clId="{F29B3804-3B44-3186-84F0-5711A74273E9}" dt="2026-04-06T19:25:49.799" v="1820" actId="478"/>
          <ac:spMkLst>
            <pc:docMk/>
            <pc:sldMk cId="3892131414" sldId="262"/>
            <ac:spMk id="5" creationId="{72D1B636-CEA5-F52B-6B7E-ECEAC0FF2344}"/>
          </ac:spMkLst>
        </pc:spChg>
        <pc:spChg chg="add del mod">
          <ac:chgData name="" userId="BadgerMSA" providerId="Badger" clId="{F29B3804-3B44-3186-84F0-5711A74273E9}" dt="2026-04-06T19:25:54.382" v="1822" actId="478"/>
          <ac:spMkLst>
            <pc:docMk/>
            <pc:sldMk cId="3892131414" sldId="262"/>
            <ac:spMk id="7" creationId="{D8B55BF8-C0AC-4987-64FF-3FB99A3DEB47}"/>
          </ac:spMkLst>
        </pc:spChg>
        <pc:spChg chg="add del mod">
          <ac:chgData name="" userId="BadgerMSA" providerId="Badger" clId="{F29B3804-3B44-3186-84F0-5711A74273E9}" dt="2026-04-06T19:26:00.933" v="1824" actId="478"/>
          <ac:spMkLst>
            <pc:docMk/>
            <pc:sldMk cId="3892131414" sldId="262"/>
            <ac:spMk id="9" creationId="{C301BDAD-8C00-C1ED-66B5-59903711BB41}"/>
          </ac:spMkLst>
        </pc:spChg>
        <pc:spChg chg="add del mod">
          <ac:chgData name="" userId="BadgerMSA" providerId="Badger" clId="{F29B3804-3B44-3186-84F0-5711A74273E9}" dt="2026-04-06T19:26:09.266" v="1826" actId="478"/>
          <ac:spMkLst>
            <pc:docMk/>
            <pc:sldMk cId="3892131414" sldId="262"/>
            <ac:spMk id="11" creationId="{1171D665-A434-4979-566D-E244B29CAB99}"/>
          </ac:spMkLst>
        </pc:spChg>
        <pc:spChg chg="add del mod">
          <ac:chgData name="" userId="BadgerMSA" providerId="Badger" clId="{F29B3804-3B44-3186-84F0-5711A74273E9}" dt="2026-04-06T19:26:14.527" v="1828" actId="478"/>
          <ac:spMkLst>
            <pc:docMk/>
            <pc:sldMk cId="3892131414" sldId="262"/>
            <ac:spMk id="13" creationId="{1916C610-E4A2-4F38-CCD5-F3DC0EDF5280}"/>
          </ac:spMkLst>
        </pc:spChg>
        <pc:spChg chg="add del mod">
          <ac:chgData name="" userId="BadgerMSA" providerId="Badger" clId="{F29B3804-3B44-3186-84F0-5711A74273E9}" dt="2026-04-06T19:26:20.444" v="1830" actId="478"/>
          <ac:spMkLst>
            <pc:docMk/>
            <pc:sldMk cId="3892131414" sldId="262"/>
            <ac:spMk id="15" creationId="{DF3FFE00-463D-63AB-30B3-9D109E13F1B0}"/>
          </ac:spMkLst>
        </pc:spChg>
        <pc:spChg chg="add del mod">
          <ac:chgData name="" userId="BadgerMSA" providerId="Badger" clId="{F29B3804-3B44-3186-84F0-5711A74273E9}" dt="2026-04-06T19:26:25.539" v="1832" actId="478"/>
          <ac:spMkLst>
            <pc:docMk/>
            <pc:sldMk cId="3892131414" sldId="262"/>
            <ac:spMk id="17" creationId="{69C93FAC-98DF-EDB0-BA64-9FF7F73320D5}"/>
          </ac:spMkLst>
        </pc:spChg>
        <pc:spChg chg="del">
          <ac:chgData name="" userId="BadgerMSA" providerId="Badger" clId="{F29B3804-3B44-3186-84F0-5711A74273E9}" dt="2026-04-06T19:26:28.297" v="1833" actId="478"/>
          <ac:spMkLst>
            <pc:docMk/>
            <pc:sldMk cId="3892131414" sldId="262"/>
            <ac:spMk id="19" creationId="{782206B1-586F-4254-9B36-D06C4E294ACF}"/>
          </ac:spMkLst>
        </pc:spChg>
        <pc:spChg chg="del">
          <ac:chgData name="" userId="BadgerMSA" providerId="Badger" clId="{F29B3804-3B44-3186-84F0-5711A74273E9}" dt="2026-04-06T19:26:17.499" v="1829" actId="478"/>
          <ac:spMkLst>
            <pc:docMk/>
            <pc:sldMk cId="3892131414" sldId="262"/>
            <ac:spMk id="20" creationId="{CB924A29-3538-4A3F-82A6-D2A7538C2111}"/>
          </ac:spMkLst>
        </pc:spChg>
        <pc:spChg chg="del">
          <ac:chgData name="" userId="BadgerMSA" providerId="Badger" clId="{F29B3804-3B44-3186-84F0-5711A74273E9}" dt="2026-04-06T19:25:57.378" v="1823" actId="478"/>
          <ac:spMkLst>
            <pc:docMk/>
            <pc:sldMk cId="3892131414" sldId="262"/>
            <ac:spMk id="21" creationId="{1B8F0371-4F69-4131-91BF-9AB99E6EE89B}"/>
          </ac:spMkLst>
        </pc:spChg>
        <pc:spChg chg="del">
          <ac:chgData name="" userId="BadgerMSA" providerId="Badger" clId="{F29B3804-3B44-3186-84F0-5711A74273E9}" dt="2026-04-06T19:26:05.887" v="1825" actId="478"/>
          <ac:spMkLst>
            <pc:docMk/>
            <pc:sldMk cId="3892131414" sldId="262"/>
            <ac:spMk id="22" creationId="{78CACAF1-61EA-4605-A8FE-2EEE752B49FF}"/>
          </ac:spMkLst>
        </pc:spChg>
        <pc:spChg chg="del">
          <ac:chgData name="" userId="BadgerMSA" providerId="Badger" clId="{F29B3804-3B44-3186-84F0-5711A74273E9}" dt="2026-04-06T19:26:42.263" v="1837" actId="478"/>
          <ac:spMkLst>
            <pc:docMk/>
            <pc:sldMk cId="3892131414" sldId="262"/>
            <ac:spMk id="23" creationId="{8D05A34F-7712-46DB-AB5B-272E294B62EE}"/>
          </ac:spMkLst>
        </pc:spChg>
        <pc:spChg chg="add del mod">
          <ac:chgData name="" userId="BadgerMSA" providerId="Badger" clId="{F29B3804-3B44-3186-84F0-5711A74273E9}" dt="2026-04-06T19:26:31.025" v="1834" actId="478"/>
          <ac:spMkLst>
            <pc:docMk/>
            <pc:sldMk cId="3892131414" sldId="262"/>
            <ac:spMk id="24" creationId="{D6583EBB-B45D-6F90-36DE-9642E41F80DB}"/>
          </ac:spMkLst>
        </pc:spChg>
        <pc:spChg chg="add del mod">
          <ac:chgData name="" userId="BadgerMSA" providerId="Badger" clId="{F29B3804-3B44-3186-84F0-5711A74273E9}" dt="2026-04-06T19:26:39.387" v="1836" actId="478"/>
          <ac:spMkLst>
            <pc:docMk/>
            <pc:sldMk cId="3892131414" sldId="262"/>
            <ac:spMk id="28" creationId="{DD18F604-C3FB-4CC0-2750-D4E1941E9C28}"/>
          </ac:spMkLst>
        </pc:spChg>
        <pc:spChg chg="add del mod">
          <ac:chgData name="" userId="BadgerMSA" providerId="Badger" clId="{F29B3804-3B44-3186-84F0-5711A74273E9}" dt="2026-04-06T19:26:44.869" v="1838" actId="478"/>
          <ac:spMkLst>
            <pc:docMk/>
            <pc:sldMk cId="3892131414" sldId="262"/>
            <ac:spMk id="32" creationId="{B49B1A92-BF68-488F-37ED-A02032037979}"/>
          </ac:spMkLst>
        </pc:spChg>
        <pc:spChg chg="add mod ord">
          <ac:chgData name="" userId="BadgerMSA" providerId="Badger" clId="{F29B3804-3B44-3186-84F0-5711A74273E9}" dt="2026-04-06T19:33:33.564" v="1881" actId="14100"/>
          <ac:spMkLst>
            <pc:docMk/>
            <pc:sldMk cId="3892131414" sldId="262"/>
            <ac:spMk id="34" creationId="{4A654DAB-8ECA-DA54-0C94-5926442E49E0}"/>
          </ac:spMkLst>
        </pc:spChg>
        <pc:picChg chg="del">
          <ac:chgData name="" userId="BadgerMSA" providerId="Badger" clId="{F29B3804-3B44-3186-84F0-5711A74273E9}" dt="2026-04-06T19:26:22.915" v="1831" actId="478"/>
          <ac:picMkLst>
            <pc:docMk/>
            <pc:sldMk cId="3892131414" sldId="262"/>
            <ac:picMk id="25" creationId="{C03AAFA7-022A-47F8-9DA1-7DC3897D1E52}"/>
          </ac:picMkLst>
        </pc:picChg>
        <pc:picChg chg="del">
          <ac:chgData name="" userId="BadgerMSA" providerId="Badger" clId="{F29B3804-3B44-3186-84F0-5711A74273E9}" dt="2026-04-06T19:26:12.035" v="1827" actId="478"/>
          <ac:picMkLst>
            <pc:docMk/>
            <pc:sldMk cId="3892131414" sldId="262"/>
            <ac:picMk id="27" creationId="{6F737161-FE67-434D-A781-59EDB9EDCB23}"/>
          </ac:picMkLst>
        </pc:picChg>
        <pc:picChg chg="del">
          <ac:chgData name="" userId="BadgerMSA" providerId="Badger" clId="{F29B3804-3B44-3186-84F0-5711A74273E9}" dt="2026-04-06T19:25:52.074" v="1821" actId="478"/>
          <ac:picMkLst>
            <pc:docMk/>
            <pc:sldMk cId="3892131414" sldId="262"/>
            <ac:picMk id="29" creationId="{9E5BF01B-21D6-4D43-9CAE-0298685C1A7B}"/>
          </ac:picMkLst>
        </pc:picChg>
        <pc:picChg chg="del">
          <ac:chgData name="" userId="BadgerMSA" providerId="Badger" clId="{F29B3804-3B44-3186-84F0-5711A74273E9}" dt="2026-04-06T19:25:45.190" v="1819" actId="478"/>
          <ac:picMkLst>
            <pc:docMk/>
            <pc:sldMk cId="3892131414" sldId="262"/>
            <ac:picMk id="31" creationId="{089E8AB6-C16E-4752-810F-8F98DB929DB5}"/>
          </ac:picMkLst>
        </pc:picChg>
        <pc:picChg chg="del">
          <ac:chgData name="" userId="BadgerMSA" providerId="Badger" clId="{F29B3804-3B44-3186-84F0-5711A74273E9}" dt="2026-04-06T19:26:35.829" v="1835" actId="478"/>
          <ac:picMkLst>
            <pc:docMk/>
            <pc:sldMk cId="3892131414" sldId="262"/>
            <ac:picMk id="33" creationId="{CC9DBBE5-5AD0-41E8-A719-84509E5D9F9E}"/>
          </ac:picMkLst>
        </pc:picChg>
      </pc:sldChg>
    </pc:docChg>
  </pc:docChgLst>
  <pc:docChgLst>
    <pc:chgData name="Funwi Kelsea" userId="a4b742bd662ca32b" providerId="Windows Live" clId="Web-{B4C0864B-338B-7FB0-2D30-130E190A297D}"/>
    <pc:docChg chg="addSld modSld">
      <pc:chgData name="Funwi Kelsea" userId="a4b742bd662ca32b" providerId="Windows Live" clId="Web-{B4C0864B-338B-7FB0-2D30-130E190A297D}" dt="2026-04-06T20:24:56.002" v="10" actId="20577"/>
      <pc:docMkLst>
        <pc:docMk/>
      </pc:docMkLst>
      <pc:sldChg chg="modSp">
        <pc:chgData name="Funwi Kelsea" userId="a4b742bd662ca32b" providerId="Windows Live" clId="Web-{B4C0864B-338B-7FB0-2D30-130E190A297D}" dt="2026-04-06T20:21:30.033" v="3" actId="1076"/>
        <pc:sldMkLst>
          <pc:docMk/>
          <pc:sldMk cId="3946934594" sldId="256"/>
        </pc:sldMkLst>
        <pc:spChg chg="mod">
          <ac:chgData name="Funwi Kelsea" userId="a4b742bd662ca32b" providerId="Windows Live" clId="Web-{B4C0864B-338B-7FB0-2D30-130E190A297D}" dt="2026-04-06T20:18:52.326" v="2" actId="20577"/>
          <ac:spMkLst>
            <pc:docMk/>
            <pc:sldMk cId="3946934594" sldId="256"/>
            <ac:spMk id="9" creationId="{8444E71D-559E-6807-6DDB-E22A80A6DAB2}"/>
          </ac:spMkLst>
        </pc:spChg>
        <pc:spChg chg="mod">
          <ac:chgData name="Funwi Kelsea" userId="a4b742bd662ca32b" providerId="Windows Live" clId="Web-{B4C0864B-338B-7FB0-2D30-130E190A297D}" dt="2026-04-06T20:21:30.033" v="3" actId="1076"/>
          <ac:spMkLst>
            <pc:docMk/>
            <pc:sldMk cId="3946934594" sldId="256"/>
            <ac:spMk id="17" creationId="{622713A9-914E-E207-B560-DE26E7F47EB1}"/>
          </ac:spMkLst>
        </pc:spChg>
      </pc:sldChg>
      <pc:sldChg chg="modSp">
        <pc:chgData name="Funwi Kelsea" userId="a4b742bd662ca32b" providerId="Windows Live" clId="Web-{B4C0864B-338B-7FB0-2D30-130E190A297D}" dt="2026-04-06T20:24:56.002" v="10" actId="20577"/>
        <pc:sldMkLst>
          <pc:docMk/>
          <pc:sldMk cId="2902794312" sldId="257"/>
        </pc:sldMkLst>
        <pc:spChg chg="mod">
          <ac:chgData name="Funwi Kelsea" userId="a4b742bd662ca32b" providerId="Windows Live" clId="Web-{B4C0864B-338B-7FB0-2D30-130E190A297D}" dt="2026-04-06T20:24:56.002" v="10" actId="20577"/>
          <ac:spMkLst>
            <pc:docMk/>
            <pc:sldMk cId="2902794312" sldId="257"/>
            <ac:spMk id="5" creationId="{0A95F4DE-39B7-4CE2-BC1E-8B8AE662A895}"/>
          </ac:spMkLst>
        </pc:spChg>
      </pc:sldChg>
      <pc:sldChg chg="new">
        <pc:chgData name="Funwi Kelsea" userId="a4b742bd662ca32b" providerId="Windows Live" clId="Web-{B4C0864B-338B-7FB0-2D30-130E190A297D}" dt="2026-04-06T20:22:44.269" v="5"/>
        <pc:sldMkLst>
          <pc:docMk/>
          <pc:sldMk cId="3626490682" sldId="26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4/6/2026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D0B7ED-DB48-3961-9A22-9285F55C5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58194" y="5016817"/>
            <a:ext cx="6803136" cy="365760"/>
          </a:xfr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 algn="ctr"/>
            <a:r>
              <a:rPr lang="en-US" sz="9600">
                <a:cs typeface="Arial"/>
              </a:rPr>
              <a:t>Supervise By: </a:t>
            </a:r>
            <a:r>
              <a:rPr lang="en-US" sz="9600" b="1">
                <a:solidFill>
                  <a:srgbClr val="000000"/>
                </a:solidFill>
                <a:cs typeface="Arial"/>
              </a:rPr>
              <a:t> Dr Nkemeni Valery</a:t>
            </a:r>
            <a:endParaRPr lang="en-US" sz="1200" b="1">
              <a:solidFill>
                <a:srgbClr val="000000"/>
              </a:solidFill>
            </a:endParaRPr>
          </a:p>
          <a:p>
            <a:br>
              <a:rPr lang="en-US"/>
            </a:b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67C0B6-2157-19A5-F468-2B4C0283E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B4C7486-EDF7-83FD-C539-F0567FA8E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" y="1231107"/>
            <a:ext cx="10269950" cy="3514148"/>
          </a:xfrm>
        </p:spPr>
        <p:txBody>
          <a:bodyPr>
            <a:normAutofit/>
          </a:bodyPr>
          <a:lstStyle/>
          <a:p>
            <a:pPr algn="ctr"/>
            <a:r>
              <a:rPr lang="en-US" b="0">
                <a:ea typeface="+mj-lt"/>
                <a:cs typeface="+mj-lt"/>
              </a:rPr>
              <a:t>Presented by: GROUP 11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22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2EA8EC-853F-1A87-7D23-C6BA5FAD6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91569" y="4754880"/>
            <a:ext cx="6803136" cy="99679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2800">
                <a:ea typeface="+mn-lt"/>
                <a:cs typeface="+mn-lt"/>
              </a:rPr>
              <a:t>From Architectural Design to Cost Estimation</a:t>
            </a:r>
            <a:endParaRPr lang="en-US" sz="2800"/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691E39-21BF-FE8D-ADCE-CA3AB28F2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E7664C-8919-1A47-C494-29A280B46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635" y="350046"/>
            <a:ext cx="7781544" cy="4109460"/>
          </a:xfrm>
        </p:spPr>
        <p:txBody>
          <a:bodyPr>
            <a:normAutofit/>
          </a:bodyPr>
          <a:lstStyle/>
          <a:p>
            <a:pPr algn="ctr"/>
            <a:r>
              <a:rPr lang="en-US" sz="6600" b="0">
                <a:ea typeface="+mj-lt"/>
                <a:cs typeface="+mj-lt"/>
              </a:rPr>
              <a:t>Comprehensive Mobile App Development</a:t>
            </a:r>
            <a:endParaRPr lang="en-US" sz="6600"/>
          </a:p>
          <a:p>
            <a:pPr algn="ctr"/>
            <a:endParaRPr lang="en-US" sz="6600"/>
          </a:p>
        </p:txBody>
      </p:sp>
    </p:spTree>
    <p:extLst>
      <p:ext uri="{BB962C8B-B14F-4D97-AF65-F5344CB8AC3E}">
        <p14:creationId xmlns:p14="http://schemas.microsoft.com/office/powerpoint/2010/main" val="2834416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DE0C84-5595-0111-701F-DB8AFB84B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</a:t>
            </a:fld>
            <a:endParaRPr lang="en-US" noProof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C26C42D-B6B1-6CD2-5EC1-FA5AA7F84E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690105"/>
              </p:ext>
            </p:extLst>
          </p:nvPr>
        </p:nvGraphicFramePr>
        <p:xfrm>
          <a:off x="1190625" y="1881187"/>
          <a:ext cx="9801687" cy="35557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18471">
                  <a:extLst>
                    <a:ext uri="{9D8B030D-6E8A-4147-A177-3AD203B41FA5}">
                      <a16:colId xmlns:a16="http://schemas.microsoft.com/office/drawing/2014/main" val="1760310638"/>
                    </a:ext>
                  </a:extLst>
                </a:gridCol>
                <a:gridCol w="4883216">
                  <a:extLst>
                    <a:ext uri="{9D8B030D-6E8A-4147-A177-3AD203B41FA5}">
                      <a16:colId xmlns:a16="http://schemas.microsoft.com/office/drawing/2014/main" val="600983082"/>
                    </a:ext>
                  </a:extLst>
                </a:gridCol>
              </a:tblGrid>
              <a:tr h="71114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Name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Matricule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2404044"/>
                  </a:ext>
                </a:extLst>
              </a:tr>
              <a:tr h="71114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FUNWI KELSEA NDOHNWI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FE23A066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197550"/>
                  </a:ext>
                </a:extLst>
              </a:tr>
              <a:tr h="71114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NGADANG ASSONFACK P. ESTELLE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FE23A109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50081"/>
                  </a:ext>
                </a:extLst>
              </a:tr>
              <a:tr h="71114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ATEH SWIRRI FOFANG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FE23A018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0573384"/>
                  </a:ext>
                </a:extLst>
              </a:tr>
              <a:tr h="711146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TABOT GHISLAIN OROCK 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b="0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FE23A146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137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2637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pPr algn="ctr"/>
            <a:r>
              <a:rPr lang="fr-FR">
                <a:latin typeface="Arial"/>
                <a:cs typeface="Arial"/>
              </a:rPr>
              <a:t>INTRODUCTION TO MOBILE APPS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9908" y="1515507"/>
            <a:ext cx="7041405" cy="14211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fr-FR" sz="2000">
                <a:cs typeface="Arial"/>
              </a:rPr>
              <a:t>Mobile applications are software programs </a:t>
            </a:r>
            <a:r>
              <a:rPr lang="fr-FR" sz="2000" err="1">
                <a:cs typeface="Arial"/>
              </a:rPr>
              <a:t>developed</a:t>
            </a:r>
            <a:r>
              <a:rPr lang="fr-FR" sz="2000">
                <a:cs typeface="Arial"/>
              </a:rPr>
              <a:t> to </a:t>
            </a:r>
            <a:r>
              <a:rPr lang="fr-FR" sz="2000" err="1">
                <a:cs typeface="Arial"/>
              </a:rPr>
              <a:t>run</a:t>
            </a:r>
            <a:r>
              <a:rPr lang="fr-FR" sz="2000">
                <a:cs typeface="Arial"/>
              </a:rPr>
              <a:t> on mobile </a:t>
            </a:r>
            <a:r>
              <a:rPr lang="fr-FR" sz="2000" err="1">
                <a:cs typeface="Arial"/>
              </a:rPr>
              <a:t>devices</a:t>
            </a:r>
            <a:r>
              <a:rPr lang="fr-FR" sz="2000">
                <a:cs typeface="Arial"/>
              </a:rPr>
              <a:t> </a:t>
            </a:r>
            <a:r>
              <a:rPr lang="fr-FR" sz="2000" err="1">
                <a:cs typeface="Arial"/>
              </a:rPr>
              <a:t>such</a:t>
            </a:r>
            <a:r>
              <a:rPr lang="fr-FR" sz="2000">
                <a:cs typeface="Arial"/>
              </a:rPr>
              <a:t> as smartphones and </a:t>
            </a:r>
            <a:r>
              <a:rPr lang="fr-FR" sz="2000" err="1">
                <a:cs typeface="Arial"/>
              </a:rPr>
              <a:t>tablets</a:t>
            </a:r>
            <a:r>
              <a:rPr lang="fr-FR" sz="2000">
                <a:cs typeface="Arial"/>
              </a:rPr>
              <a:t>.</a:t>
            </a:r>
            <a:endParaRPr lang="en-US" sz="2000">
              <a:cs typeface="Arial"/>
            </a:endParaRPr>
          </a:p>
          <a:p>
            <a:pPr marL="0" indent="0">
              <a:buNone/>
            </a:pPr>
            <a:r>
              <a:rPr lang="fr-FR" sz="2000">
                <a:cs typeface="Arial"/>
              </a:rPr>
              <a:t>
</a:t>
            </a:r>
            <a:r>
              <a:rPr lang="fr-FR" sz="2000" err="1">
                <a:cs typeface="Arial"/>
              </a:rPr>
              <a:t>They</a:t>
            </a:r>
            <a:r>
              <a:rPr lang="fr-FR" sz="2000">
                <a:cs typeface="Arial"/>
              </a:rPr>
              <a:t> are </a:t>
            </a:r>
            <a:r>
              <a:rPr lang="fr-FR" sz="2000" err="1">
                <a:cs typeface="Arial"/>
              </a:rPr>
              <a:t>classified</a:t>
            </a:r>
            <a:r>
              <a:rPr lang="fr-FR" sz="2000">
                <a:cs typeface="Arial"/>
              </a:rPr>
              <a:t> </a:t>
            </a:r>
            <a:r>
              <a:rPr lang="fr-FR" sz="2000" err="1">
                <a:cs typeface="Arial"/>
              </a:rPr>
              <a:t>based</a:t>
            </a:r>
            <a:r>
              <a:rPr lang="fr-FR" sz="2000">
                <a:cs typeface="Arial"/>
              </a:rPr>
              <a:t> 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92B59C4-402A-1FC0-5A3D-D195CC7649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2802" y="3273982"/>
            <a:ext cx="6103301" cy="291496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 b="1" i="1" err="1">
                <a:cs typeface="Arial"/>
              </a:rPr>
              <a:t>Development</a:t>
            </a:r>
            <a:r>
              <a:rPr lang="fr-FR" b="1" i="1">
                <a:cs typeface="Arial"/>
              </a:rPr>
              <a:t> </a:t>
            </a:r>
            <a:r>
              <a:rPr lang="fr-FR" b="1" i="1" err="1">
                <a:cs typeface="Arial"/>
              </a:rPr>
              <a:t>method</a:t>
            </a:r>
            <a:endParaRPr lang="en-US" b="1" i="1" err="1"/>
          </a:p>
          <a:p>
            <a:endParaRPr lang="fr-FR" b="1" i="1">
              <a:cs typeface="Arial"/>
            </a:endParaRPr>
          </a:p>
          <a:p>
            <a:r>
              <a:rPr lang="fr-FR" b="1" i="1">
                <a:cs typeface="Arial"/>
              </a:rPr>
              <a:t>Platform compatibility</a:t>
            </a:r>
            <a:endParaRPr lang="en-US" b="1" i="1">
              <a:cs typeface="Arial"/>
            </a:endParaRPr>
          </a:p>
          <a:p>
            <a:endParaRPr lang="fr-FR" b="1" i="1">
              <a:cs typeface="Arial"/>
            </a:endParaRPr>
          </a:p>
          <a:p>
            <a:r>
              <a:rPr lang="fr-FR" b="1" i="1">
                <a:cs typeface="Arial"/>
              </a:rPr>
              <a:t>Hardware accessibility</a:t>
            </a:r>
            <a:endParaRPr lang="en-US" b="1" i="1">
              <a:cs typeface="Arial"/>
            </a:endParaRPr>
          </a:p>
          <a:p>
            <a:endParaRPr lang="fr-FR" b="1" i="1">
              <a:cs typeface="Arial"/>
            </a:endParaRPr>
          </a:p>
          <a:p>
            <a:r>
              <a:rPr lang="fr-FR" b="1" i="1">
                <a:cs typeface="Arial"/>
              </a:rPr>
              <a:t>Performance </a:t>
            </a:r>
            <a:r>
              <a:rPr lang="fr-FR" b="1" i="1" err="1">
                <a:cs typeface="Arial"/>
              </a:rPr>
              <a:t>level</a:t>
            </a:r>
            <a:endParaRPr lang="en-US" b="1" i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7314" y="420822"/>
            <a:ext cx="9893674" cy="1125504"/>
          </a:xfrm>
        </p:spPr>
        <p:txBody>
          <a:bodyPr/>
          <a:lstStyle/>
          <a:p>
            <a:pPr algn="ctr"/>
            <a:r>
              <a:rPr lang="fr-FR" sz="3600" b="0">
                <a:solidFill>
                  <a:srgbClr val="FFFFFF"/>
                </a:solidFill>
                <a:latin typeface="Arial"/>
                <a:ea typeface="Tahoma"/>
                <a:cs typeface="Arial"/>
              </a:rPr>
              <a:t>Types of Mobile Applications</a:t>
            </a:r>
            <a:endParaRPr lang="fr-FR" sz="3600" b="0">
              <a:solidFill>
                <a:srgbClr val="000000"/>
              </a:solidFill>
              <a:latin typeface="Arial"/>
              <a:ea typeface="Tahoma"/>
              <a:cs typeface="Arial"/>
            </a:endParaRPr>
          </a:p>
          <a:p>
            <a:endParaRPr lang="fr-FR" sz="2800">
              <a:ea typeface="Tahoma"/>
              <a:cs typeface="Tahoma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444E71D-559E-6807-6DDB-E22A80A6D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21680" y="1718231"/>
            <a:ext cx="9113851" cy="459304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fr-FR" b="1">
                <a:ea typeface="+mn-lt"/>
                <a:cs typeface="+mn-lt"/>
              </a:rPr>
              <a:t>• </a:t>
            </a:r>
            <a:r>
              <a:rPr lang="fr-FR" b="1">
                <a:ea typeface="Verdana"/>
                <a:cs typeface="+mn-lt"/>
              </a:rPr>
              <a:t>Native Apps:</a:t>
            </a:r>
          </a:p>
          <a:p>
            <a:r>
              <a:rPr lang="fr-FR">
                <a:ea typeface="Verdana"/>
                <a:cs typeface="+mn-lt"/>
              </a:rPr>
              <a:t> </a:t>
            </a:r>
            <a:r>
              <a:rPr lang="fr-FR" err="1">
                <a:ea typeface="Verdana"/>
                <a:cs typeface="+mn-lt"/>
              </a:rPr>
              <a:t>Developed</a:t>
            </a:r>
            <a:r>
              <a:rPr lang="fr-FR">
                <a:ea typeface="Verdana"/>
                <a:cs typeface="+mn-lt"/>
              </a:rPr>
              <a:t> </a:t>
            </a:r>
            <a:r>
              <a:rPr lang="fr-FR" err="1">
                <a:ea typeface="Verdana"/>
                <a:cs typeface="+mn-lt"/>
              </a:rPr>
              <a:t>specifically</a:t>
            </a:r>
            <a:r>
              <a:rPr lang="fr-FR">
                <a:ea typeface="Verdana"/>
                <a:cs typeface="+mn-lt"/>
              </a:rPr>
              <a:t> for one platform (iOS or Android).</a:t>
            </a:r>
          </a:p>
          <a:p>
            <a:endParaRPr lang="fr-FR">
              <a:ea typeface="Verdana"/>
              <a:cs typeface="+mn-lt"/>
            </a:endParaRPr>
          </a:p>
          <a:p>
            <a:r>
              <a:rPr lang="fr-FR" b="1">
                <a:ea typeface="Verdana"/>
                <a:cs typeface="+mn-lt"/>
              </a:rPr>
              <a:t>• Web Apps:</a:t>
            </a:r>
          </a:p>
          <a:p>
            <a:r>
              <a:rPr lang="fr-FR">
                <a:ea typeface="Verdana"/>
                <a:cs typeface="+mn-lt"/>
              </a:rPr>
              <a:t> Responsive </a:t>
            </a:r>
            <a:r>
              <a:rPr lang="fr-FR" err="1">
                <a:ea typeface="Verdana"/>
                <a:cs typeface="+mn-lt"/>
              </a:rPr>
              <a:t>websites</a:t>
            </a:r>
            <a:r>
              <a:rPr lang="fr-FR">
                <a:ea typeface="Verdana"/>
                <a:cs typeface="+mn-lt"/>
              </a:rPr>
              <a:t> </a:t>
            </a:r>
            <a:r>
              <a:rPr lang="fr-FR" err="1">
                <a:ea typeface="Verdana"/>
                <a:cs typeface="+mn-lt"/>
              </a:rPr>
              <a:t>accessed</a:t>
            </a:r>
            <a:r>
              <a:rPr lang="fr-FR">
                <a:ea typeface="Verdana"/>
                <a:cs typeface="+mn-lt"/>
              </a:rPr>
              <a:t> via mobile browsers (HTML5/CSS).</a:t>
            </a:r>
          </a:p>
          <a:p>
            <a:endParaRPr lang="fr-FR">
              <a:ea typeface="Verdana"/>
              <a:cs typeface="+mn-lt"/>
            </a:endParaRPr>
          </a:p>
          <a:p>
            <a:r>
              <a:rPr lang="fr-FR" b="1">
                <a:ea typeface="Verdana"/>
                <a:cs typeface="+mn-lt"/>
              </a:rPr>
              <a:t>• </a:t>
            </a:r>
            <a:r>
              <a:rPr lang="fr-FR" b="1" err="1">
                <a:ea typeface="Verdana"/>
                <a:cs typeface="+mn-lt"/>
              </a:rPr>
              <a:t>Hybrid</a:t>
            </a:r>
            <a:r>
              <a:rPr lang="fr-FR" b="1">
                <a:ea typeface="Verdana"/>
                <a:cs typeface="+mn-lt"/>
              </a:rPr>
              <a:t> Apps:</a:t>
            </a:r>
          </a:p>
          <a:p>
            <a:r>
              <a:rPr lang="fr-FR">
                <a:ea typeface="Verdana"/>
                <a:cs typeface="+mn-lt"/>
              </a:rPr>
              <a:t> Web apps </a:t>
            </a:r>
            <a:r>
              <a:rPr lang="fr-FR" err="1">
                <a:ea typeface="Verdana"/>
                <a:cs typeface="+mn-lt"/>
              </a:rPr>
              <a:t>wrapped</a:t>
            </a:r>
            <a:r>
              <a:rPr lang="fr-FR">
                <a:ea typeface="Verdana"/>
                <a:cs typeface="+mn-lt"/>
              </a:rPr>
              <a:t> in a native container (</a:t>
            </a:r>
            <a:r>
              <a:rPr lang="fr-FR" err="1">
                <a:ea typeface="Verdana"/>
                <a:cs typeface="+mn-lt"/>
              </a:rPr>
              <a:t>access</a:t>
            </a:r>
            <a:r>
              <a:rPr lang="fr-FR">
                <a:ea typeface="Verdana"/>
                <a:cs typeface="+mn-lt"/>
              </a:rPr>
              <a:t> to </a:t>
            </a:r>
            <a:r>
              <a:rPr lang="fr-FR" err="1">
                <a:ea typeface="Verdana"/>
                <a:cs typeface="+mn-lt"/>
              </a:rPr>
              <a:t>some</a:t>
            </a:r>
            <a:r>
              <a:rPr lang="fr-FR">
                <a:ea typeface="Verdana"/>
                <a:cs typeface="+mn-lt"/>
              </a:rPr>
              <a:t> </a:t>
            </a:r>
            <a:r>
              <a:rPr lang="fr-FR" err="1">
                <a:ea typeface="Verdana"/>
                <a:cs typeface="+mn-lt"/>
              </a:rPr>
              <a:t>device</a:t>
            </a:r>
            <a:r>
              <a:rPr lang="fr-FR">
                <a:ea typeface="Verdana"/>
                <a:cs typeface="+mn-lt"/>
              </a:rPr>
              <a:t> </a:t>
            </a:r>
            <a:r>
              <a:rPr lang="fr-FR" err="1">
                <a:ea typeface="Verdana"/>
                <a:cs typeface="+mn-lt"/>
              </a:rPr>
              <a:t>features</a:t>
            </a:r>
            <a:r>
              <a:rPr lang="fr-FR">
                <a:ea typeface="Verdana"/>
                <a:cs typeface="+mn-lt"/>
              </a:rPr>
              <a:t>).</a:t>
            </a:r>
          </a:p>
          <a:p>
            <a:endParaRPr lang="fr-FR">
              <a:ea typeface="Verdana"/>
              <a:cs typeface="+mn-lt"/>
            </a:endParaRPr>
          </a:p>
          <a:p>
            <a:r>
              <a:rPr lang="fr-FR" b="1">
                <a:ea typeface="Verdana"/>
                <a:cs typeface="+mn-lt"/>
              </a:rPr>
              <a:t>• Progressive Web Apps (</a:t>
            </a:r>
            <a:r>
              <a:rPr lang="fr-FR" b="1" err="1">
                <a:ea typeface="Verdana"/>
                <a:cs typeface="+mn-lt"/>
              </a:rPr>
              <a:t>PWAs</a:t>
            </a:r>
            <a:r>
              <a:rPr lang="fr-FR" b="1">
                <a:ea typeface="Verdana"/>
                <a:cs typeface="+mn-lt"/>
              </a:rPr>
              <a:t>):</a:t>
            </a:r>
          </a:p>
          <a:p>
            <a:r>
              <a:rPr lang="fr-FR">
                <a:ea typeface="Verdana"/>
                <a:cs typeface="+mn-lt"/>
              </a:rPr>
              <a:t> Web apps </a:t>
            </a:r>
            <a:r>
              <a:rPr lang="fr-FR" err="1">
                <a:ea typeface="Verdana"/>
                <a:cs typeface="+mn-lt"/>
              </a:rPr>
              <a:t>that</a:t>
            </a:r>
            <a:r>
              <a:rPr lang="fr-FR">
                <a:ea typeface="Verdana"/>
                <a:cs typeface="+mn-lt"/>
              </a:rPr>
              <a:t> look and </a:t>
            </a:r>
            <a:r>
              <a:rPr lang="fr-FR" err="1">
                <a:ea typeface="Verdana"/>
                <a:cs typeface="+mn-lt"/>
              </a:rPr>
              <a:t>feel</a:t>
            </a:r>
            <a:r>
              <a:rPr lang="fr-FR">
                <a:ea typeface="Verdana"/>
                <a:cs typeface="+mn-lt"/>
              </a:rPr>
              <a:t> like native apps, capable of offline </a:t>
            </a:r>
            <a:r>
              <a:rPr lang="fr-FR" err="1">
                <a:ea typeface="Verdana"/>
                <a:cs typeface="+mn-lt"/>
              </a:rPr>
              <a:t>work</a:t>
            </a:r>
            <a:r>
              <a:rPr lang="fr-FR">
                <a:ea typeface="Verdana"/>
                <a:cs typeface="+mn-lt"/>
              </a:rPr>
              <a:t> and push notifications.</a:t>
            </a:r>
          </a:p>
          <a:p>
            <a:endParaRPr lang="fr-FR" b="1">
              <a:ea typeface="Verdan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>
                <a:solidFill>
                  <a:srgbClr val="63B7C6"/>
                </a:solidFill>
              </a:rPr>
              <a:t>Key </a:t>
            </a:r>
            <a:r>
              <a:rPr lang="fr-FR" err="1">
                <a:solidFill>
                  <a:srgbClr val="63B7C6"/>
                </a:solidFill>
              </a:rPr>
              <a:t>Comparison</a:t>
            </a:r>
            <a:r>
              <a:rPr lang="fr-FR">
                <a:solidFill>
                  <a:srgbClr val="63B7C6"/>
                </a:solidFill>
              </a:rPr>
              <a:t> of App Types</a:t>
            </a:r>
            <a:endParaRPr lang="en-US">
              <a:solidFill>
                <a:srgbClr val="63B7C6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FR" b="1" i="1"/>
              <a:t>Native </a:t>
            </a:r>
            <a:r>
              <a:rPr lang="fr-FR" b="1" i="1" err="1"/>
              <a:t>apps</a:t>
            </a:r>
            <a:r>
              <a:rPr lang="fr-FR"/>
              <a:t> </a:t>
            </a:r>
            <a:r>
              <a:rPr lang="fr-FR" err="1"/>
              <a:t>offer</a:t>
            </a:r>
            <a:r>
              <a:rPr lang="fr-FR"/>
              <a:t> the best performance and full </a:t>
            </a:r>
            <a:r>
              <a:rPr lang="fr-FR" err="1"/>
              <a:t>device</a:t>
            </a:r>
            <a:r>
              <a:rPr lang="fr-FR"/>
              <a:t> </a:t>
            </a:r>
            <a:r>
              <a:rPr lang="fr-FR" err="1"/>
              <a:t>access</a:t>
            </a:r>
            <a:r>
              <a:rPr lang="fr-FR"/>
              <a:t>.</a:t>
            </a:r>
            <a:endParaRPr lang="en-US"/>
          </a:p>
          <a:p>
            <a:pPr marL="0" indent="0">
              <a:buNone/>
            </a:pPr>
            <a:r>
              <a:rPr lang="fr-FR"/>
              <a:t>
</a:t>
            </a:r>
            <a:r>
              <a:rPr lang="fr-FR" b="1" i="1"/>
              <a:t>Web </a:t>
            </a:r>
            <a:r>
              <a:rPr lang="fr-FR" b="1" i="1" err="1"/>
              <a:t>apps</a:t>
            </a:r>
            <a:r>
              <a:rPr lang="fr-FR"/>
              <a:t> are </a:t>
            </a:r>
            <a:r>
              <a:rPr lang="fr-FR" err="1"/>
              <a:t>cheaper</a:t>
            </a:r>
            <a:r>
              <a:rPr lang="fr-FR"/>
              <a:t> and </a:t>
            </a:r>
            <a:r>
              <a:rPr lang="fr-FR" err="1"/>
              <a:t>easier</a:t>
            </a:r>
            <a:r>
              <a:rPr lang="fr-FR"/>
              <a:t> to </a:t>
            </a:r>
            <a:r>
              <a:rPr lang="fr-FR" err="1"/>
              <a:t>maintain</a:t>
            </a:r>
            <a:r>
              <a:rPr lang="fr-FR"/>
              <a:t>.</a:t>
            </a:r>
            <a:endParaRPr lang="en-US"/>
          </a:p>
          <a:p>
            <a:pPr marL="0" indent="0">
              <a:buNone/>
            </a:pPr>
            <a:r>
              <a:rPr lang="fr-FR"/>
              <a:t>
</a:t>
            </a:r>
            <a:r>
              <a:rPr lang="fr-FR" b="1" i="1" err="1"/>
              <a:t>Hybrid</a:t>
            </a:r>
            <a:r>
              <a:rPr lang="fr-FR" b="1" i="1"/>
              <a:t> </a:t>
            </a:r>
            <a:r>
              <a:rPr lang="fr-FR" b="1" i="1" err="1"/>
              <a:t>apps</a:t>
            </a:r>
            <a:r>
              <a:rPr lang="fr-FR"/>
              <a:t> </a:t>
            </a:r>
            <a:r>
              <a:rPr lang="fr-FR" err="1"/>
              <a:t>reduce</a:t>
            </a:r>
            <a:r>
              <a:rPr lang="fr-FR"/>
              <a:t> </a:t>
            </a:r>
            <a:r>
              <a:rPr lang="fr-FR" err="1"/>
              <a:t>development</a:t>
            </a:r>
            <a:r>
              <a:rPr lang="fr-FR"/>
              <a:t> </a:t>
            </a:r>
            <a:r>
              <a:rPr lang="fr-FR" err="1"/>
              <a:t>cost.</a:t>
            </a:r>
            <a:r>
              <a:rPr lang="fr-FR"/>
              <a:t>
</a:t>
            </a:r>
            <a:r>
              <a:rPr lang="fr-FR" b="1" i="1"/>
              <a:t>Cross-</a:t>
            </a:r>
            <a:r>
              <a:rPr lang="fr-FR" b="1" i="1" err="1"/>
              <a:t>platform</a:t>
            </a:r>
            <a:r>
              <a:rPr lang="fr-FR" b="1" i="1"/>
              <a:t> </a:t>
            </a:r>
            <a:r>
              <a:rPr lang="fr-FR" b="1" i="1" err="1"/>
              <a:t>apps</a:t>
            </a:r>
            <a:r>
              <a:rPr lang="fr-FR"/>
              <a:t> balance </a:t>
            </a:r>
            <a:r>
              <a:rPr lang="fr-FR" err="1"/>
              <a:t>cost</a:t>
            </a:r>
            <a:r>
              <a:rPr lang="fr-FR"/>
              <a:t> and performance.</a:t>
            </a:r>
            <a:endParaRPr lang="en-US"/>
          </a:p>
          <a:p>
            <a:pPr marL="0" indent="0">
              <a:buNone/>
            </a:pPr>
            <a:r>
              <a:rPr lang="fr-FR"/>
              <a:t>
</a:t>
            </a:r>
            <a:r>
              <a:rPr lang="fr-FR" b="1" i="1"/>
              <a:t>PWA </a:t>
            </a:r>
            <a:r>
              <a:rPr lang="fr-FR" err="1"/>
              <a:t>provides</a:t>
            </a:r>
            <a:r>
              <a:rPr lang="fr-FR"/>
              <a:t> </a:t>
            </a:r>
            <a:r>
              <a:rPr lang="fr-FR" err="1"/>
              <a:t>lightweight</a:t>
            </a:r>
            <a:r>
              <a:rPr lang="fr-FR"/>
              <a:t> </a:t>
            </a:r>
            <a:r>
              <a:rPr lang="fr-FR" err="1"/>
              <a:t>app-like</a:t>
            </a:r>
            <a:r>
              <a:rPr lang="fr-FR"/>
              <a:t> </a:t>
            </a:r>
            <a:r>
              <a:rPr lang="fr-FR" err="1"/>
              <a:t>experiences</a:t>
            </a:r>
            <a:r>
              <a:rPr lang="fr-FR"/>
              <a:t>.</a:t>
            </a:r>
            <a:endParaRPr lang="en-US">
              <a:cs typeface="Arial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C141D2-FEB6-6157-0178-F71C02FA66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304263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fr-FR"/>
              <a:t>The </a:t>
            </a:r>
            <a:r>
              <a:rPr lang="fr-FR" err="1"/>
              <a:t>choice</a:t>
            </a:r>
            <a:r>
              <a:rPr lang="fr-FR"/>
              <a:t> </a:t>
            </a:r>
            <a:r>
              <a:rPr lang="fr-FR" err="1"/>
              <a:t>depends</a:t>
            </a:r>
            <a:r>
              <a:rPr lang="fr-FR"/>
              <a:t> on:</a:t>
            </a:r>
            <a:endParaRPr lang="en-US"/>
          </a:p>
          <a:p>
            <a:pPr marL="0" indent="0">
              <a:buNone/>
            </a:pPr>
            <a:r>
              <a:rPr lang="fr-FR"/>
              <a:t>
-Budget</a:t>
            </a:r>
          </a:p>
          <a:p>
            <a:pPr marL="0" indent="0">
              <a:buNone/>
            </a:pPr>
            <a:r>
              <a:rPr lang="fr-FR"/>
              <a:t>
-Performance </a:t>
            </a:r>
            <a:r>
              <a:rPr lang="fr-FR" err="1"/>
              <a:t>needs</a:t>
            </a:r>
            <a:endParaRPr lang="fr-FR">
              <a:cs typeface="Arial"/>
            </a:endParaRPr>
          </a:p>
          <a:p>
            <a:pPr marL="0" indent="0">
              <a:buNone/>
            </a:pPr>
            <a:r>
              <a:rPr lang="fr-FR"/>
              <a:t>
-Target </a:t>
            </a:r>
            <a:r>
              <a:rPr lang="fr-FR" err="1"/>
              <a:t>devices</a:t>
            </a:r>
            <a:endParaRPr lang="fr-FR">
              <a:cs typeface="Arial"/>
            </a:endParaRPr>
          </a:p>
          <a:p>
            <a:pPr marL="0" indent="0">
              <a:buNone/>
            </a:pPr>
            <a:r>
              <a:rPr lang="fr-FR"/>
              <a:t>
-User </a:t>
            </a:r>
            <a:r>
              <a:rPr lang="fr-FR" err="1"/>
              <a:t>experience</a:t>
            </a:r>
            <a:endParaRPr lang="fr-FR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>
                <a:solidFill>
                  <a:srgbClr val="63B7C6"/>
                </a:solidFill>
              </a:rPr>
              <a:t>Programming</a:t>
            </a:r>
            <a:r>
              <a:rPr lang="fr-FR">
                <a:solidFill>
                  <a:srgbClr val="63B7C6"/>
                </a:solidFill>
              </a:rPr>
              <a:t> </a:t>
            </a:r>
            <a:r>
              <a:rPr lang="fr-FR" err="1">
                <a:solidFill>
                  <a:srgbClr val="63B7C6"/>
                </a:solidFill>
              </a:rPr>
              <a:t>Languages</a:t>
            </a:r>
            <a:r>
              <a:rPr lang="fr-FR">
                <a:solidFill>
                  <a:srgbClr val="63B7C6"/>
                </a:solidFill>
              </a:rPr>
              <a:t> And </a:t>
            </a:r>
            <a:r>
              <a:rPr lang="fr-FR" err="1">
                <a:solidFill>
                  <a:srgbClr val="63B7C6"/>
                </a:solidFill>
              </a:rPr>
              <a:t>Frameworks</a:t>
            </a:r>
            <a:endParaRPr lang="en-US" err="1">
              <a:solidFill>
                <a:srgbClr val="63B7C6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174626"/>
          </a:xfrm>
        </p:spPr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294" y="3606572"/>
            <a:ext cx="4803549" cy="2420713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endParaRPr lang="fr-FR" sz="2000" b="1" i="1">
              <a:solidFill>
                <a:srgbClr val="63B7C6"/>
              </a:solidFill>
              <a:cs typeface="Arial"/>
            </a:endParaRPr>
          </a:p>
          <a:p>
            <a:pPr marL="0" indent="0">
              <a:buNone/>
            </a:pPr>
            <a:endParaRPr lang="fr-FR" sz="2000" b="1" i="1">
              <a:solidFill>
                <a:srgbClr val="63B7C6"/>
              </a:solidFill>
              <a:cs typeface="Arial"/>
            </a:endParaRPr>
          </a:p>
          <a:p>
            <a:pPr marL="0" indent="0">
              <a:buNone/>
            </a:pPr>
            <a:r>
              <a:rPr lang="fr-FR" sz="2000" b="1" i="1">
                <a:solidFill>
                  <a:srgbClr val="63B7C6"/>
                </a:solidFill>
                <a:cs typeface="Arial"/>
              </a:rPr>
              <a:t>Android</a:t>
            </a:r>
            <a:r>
              <a:rPr lang="fr-FR" sz="2000" b="1" i="1">
                <a:solidFill>
                  <a:srgbClr val="63B7C6"/>
                </a:solidFill>
              </a:rPr>
              <a:t> </a:t>
            </a:r>
            <a:r>
              <a:rPr lang="fr-FR" sz="2000" b="1" i="1" err="1">
                <a:solidFill>
                  <a:srgbClr val="63B7C6"/>
                </a:solidFill>
              </a:rPr>
              <a:t>Languages</a:t>
            </a:r>
            <a:endParaRPr lang="en-US" sz="2000">
              <a:solidFill>
                <a:srgbClr val="63B7C6"/>
              </a:solidFill>
              <a:cs typeface="Arial"/>
            </a:endParaRPr>
          </a:p>
          <a:p>
            <a:pPr marL="0" indent="0">
              <a:buNone/>
            </a:pPr>
            <a:br>
              <a:rPr lang="en-US" sz="2000">
                <a:solidFill>
                  <a:srgbClr val="63B7C6"/>
                </a:solidFill>
              </a:rPr>
            </a:br>
            <a:r>
              <a:rPr lang="fr-FR" sz="2000" b="1"/>
              <a:t>Java</a:t>
            </a:r>
            <a:r>
              <a:rPr lang="fr-FR" sz="2000"/>
              <a:t> – </a:t>
            </a:r>
            <a:r>
              <a:rPr lang="fr-FR" sz="2000" err="1"/>
              <a:t>traditional</a:t>
            </a:r>
            <a:r>
              <a:rPr lang="fr-FR" sz="2000"/>
              <a:t> </a:t>
            </a:r>
            <a:r>
              <a:rPr lang="fr-FR" sz="2000" err="1"/>
              <a:t>language</a:t>
            </a:r>
            <a:endParaRPr lang="en-US" sz="2000" err="1">
              <a:solidFill>
                <a:srgbClr val="63B7C6"/>
              </a:solidFill>
              <a:cs typeface="Arial"/>
            </a:endParaRPr>
          </a:p>
          <a:p>
            <a:pPr marL="0" indent="0">
              <a:buNone/>
            </a:pPr>
            <a:br>
              <a:rPr lang="en-US" sz="2000">
                <a:solidFill>
                  <a:srgbClr val="63B7C6"/>
                </a:solidFill>
              </a:rPr>
            </a:br>
            <a:r>
              <a:rPr lang="fr-FR" sz="2000" b="1" err="1"/>
              <a:t>Kotlin</a:t>
            </a:r>
            <a:r>
              <a:rPr lang="fr-FR" sz="2000"/>
              <a:t> – official modern </a:t>
            </a:r>
            <a:r>
              <a:rPr lang="fr-FR" sz="2000" err="1"/>
              <a:t>language</a:t>
            </a:r>
            <a:endParaRPr lang="en-US" err="1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194E170-7B56-ACC1-AA26-6E3BF46C45F0}"/>
              </a:ext>
            </a:extLst>
          </p:cNvPr>
          <p:cNvSpPr txBox="1">
            <a:spLocks/>
          </p:cNvSpPr>
          <p:nvPr/>
        </p:nvSpPr>
        <p:spPr>
          <a:xfrm>
            <a:off x="559479" y="1713364"/>
            <a:ext cx="4803549" cy="189457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000" b="1" i="1">
                <a:solidFill>
                  <a:srgbClr val="63B7C6"/>
                </a:solidFill>
              </a:rPr>
              <a:t>iOS </a:t>
            </a:r>
            <a:r>
              <a:rPr lang="fr-FR" sz="2000" b="1" i="1" err="1">
                <a:solidFill>
                  <a:srgbClr val="63B7C6"/>
                </a:solidFill>
              </a:rPr>
              <a:t>Languages</a:t>
            </a:r>
            <a:endParaRPr lang="en-US" sz="2000">
              <a:cs typeface="Arial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000"/>
              <a:t>
</a:t>
            </a:r>
            <a:r>
              <a:rPr lang="fr-FR" sz="2000" b="1"/>
              <a:t>Swift</a:t>
            </a:r>
            <a:r>
              <a:rPr lang="fr-FR" sz="2000"/>
              <a:t> – main modern </a:t>
            </a:r>
            <a:r>
              <a:rPr lang="fr-FR" sz="2000" err="1"/>
              <a:t>language</a:t>
            </a:r>
            <a:endParaRPr lang="en-US" sz="2000" err="1">
              <a:cs typeface="Arial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000"/>
              <a:t>
</a:t>
            </a:r>
            <a:r>
              <a:rPr lang="fr-FR" sz="2000" b="1"/>
              <a:t>Objective-C</a:t>
            </a:r>
            <a:r>
              <a:rPr lang="fr-FR" sz="2000"/>
              <a:t> – </a:t>
            </a:r>
            <a:r>
              <a:rPr lang="fr-FR" sz="2000" err="1"/>
              <a:t>older</a:t>
            </a:r>
            <a:r>
              <a:rPr lang="fr-FR" sz="2000"/>
              <a:t> </a:t>
            </a:r>
            <a:r>
              <a:rPr lang="fr-FR" sz="2000" err="1"/>
              <a:t>language</a:t>
            </a:r>
            <a:endParaRPr lang="en-US" sz="2000"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DB35B2-9F41-CED6-7BFF-1F20B515D218}"/>
              </a:ext>
            </a:extLst>
          </p:cNvPr>
          <p:cNvSpPr txBox="1"/>
          <p:nvPr/>
        </p:nvSpPr>
        <p:spPr>
          <a:xfrm>
            <a:off x="5750785" y="1467165"/>
            <a:ext cx="6096000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>
                <a:latin typeface="Arial"/>
                <a:ea typeface="Arial"/>
                <a:cs typeface="Arial"/>
              </a:rPr>
              <a:t>​</a:t>
            </a:r>
            <a:r>
              <a:rPr lang="fr-FR" sz="1900" b="1" i="1" err="1">
                <a:solidFill>
                  <a:srgbClr val="63B7C6"/>
                </a:solidFill>
                <a:latin typeface="Arial"/>
                <a:ea typeface="Arial"/>
                <a:cs typeface="Arial"/>
              </a:rPr>
              <a:t>Frameworks</a:t>
            </a:r>
            <a:endParaRPr lang="en-US" err="1"/>
          </a:p>
          <a:p>
            <a:br>
              <a:rPr lang="fr-FR" sz="2000">
                <a:solidFill>
                  <a:schemeClr val="bg1"/>
                </a:solidFill>
                <a:latin typeface="Arial"/>
                <a:ea typeface="Arial"/>
                <a:cs typeface="Arial"/>
              </a:rPr>
            </a:br>
            <a:r>
              <a:rPr lang="fr-FR" sz="2000" baseline="0">
                <a:solidFill>
                  <a:schemeClr val="bg1"/>
                </a:solidFill>
                <a:latin typeface="Arial"/>
              </a:rPr>
              <a:t>- </a:t>
            </a:r>
            <a:r>
              <a:rPr lang="fr-FR" sz="2000" baseline="0" err="1">
                <a:solidFill>
                  <a:schemeClr val="bg1"/>
                </a:solidFill>
                <a:latin typeface="Arial"/>
              </a:rPr>
              <a:t>React</a:t>
            </a:r>
            <a:r>
              <a:rPr lang="fr-FR" sz="2000" baseline="0">
                <a:solidFill>
                  <a:schemeClr val="bg1"/>
                </a:solidFill>
                <a:latin typeface="Arial"/>
              </a:rPr>
              <a:t> Native</a:t>
            </a:r>
            <a:r>
              <a:rPr lang="fr-FR" sz="2000">
                <a:solidFill>
                  <a:schemeClr val="bg1"/>
                </a:solidFill>
                <a:latin typeface="Arial"/>
                <a:ea typeface="Arial"/>
                <a:cs typeface="Arial"/>
              </a:rPr>
              <a:t>​ (JavaScript / </a:t>
            </a:r>
            <a:r>
              <a:rPr lang="fr-FR" sz="2000" err="1">
                <a:solidFill>
                  <a:schemeClr val="bg1"/>
                </a:solidFill>
                <a:latin typeface="Arial"/>
                <a:ea typeface="Arial"/>
                <a:cs typeface="Arial"/>
              </a:rPr>
              <a:t>Typescript</a:t>
            </a:r>
            <a:r>
              <a:rPr lang="fr-FR" sz="2000">
                <a:solidFill>
                  <a:schemeClr val="bg1"/>
                </a:solidFill>
                <a:latin typeface="Arial"/>
                <a:ea typeface="Arial"/>
                <a:cs typeface="Arial"/>
              </a:rPr>
              <a:t>)</a:t>
            </a:r>
            <a:endParaRPr lang="fr-FR" sz="2000">
              <a:solidFill>
                <a:schemeClr val="bg1"/>
              </a:solidFill>
              <a:cs typeface="Arial"/>
            </a:endParaRPr>
          </a:p>
          <a:p>
            <a:br>
              <a:rPr lang="fr-FR" sz="2000">
                <a:solidFill>
                  <a:schemeClr val="bg1"/>
                </a:solidFill>
                <a:latin typeface="Arial"/>
                <a:ea typeface="Arial"/>
                <a:cs typeface="Arial"/>
              </a:rPr>
            </a:br>
            <a:r>
              <a:rPr lang="fr-FR" sz="2000" baseline="0">
                <a:solidFill>
                  <a:schemeClr val="bg1"/>
                </a:solidFill>
                <a:latin typeface="Arial"/>
              </a:rPr>
              <a:t>-</a:t>
            </a:r>
            <a:r>
              <a:rPr lang="fr-FR" sz="2000">
                <a:solidFill>
                  <a:schemeClr val="bg1"/>
                </a:solidFill>
                <a:latin typeface="Arial"/>
              </a:rPr>
              <a:t> </a:t>
            </a:r>
            <a:r>
              <a:rPr lang="fr-FR" sz="2000" baseline="0">
                <a:solidFill>
                  <a:schemeClr val="bg1"/>
                </a:solidFill>
                <a:latin typeface="Arial"/>
              </a:rPr>
              <a:t>Flutter</a:t>
            </a:r>
            <a:r>
              <a:rPr lang="fr-FR" sz="2000">
                <a:solidFill>
                  <a:schemeClr val="bg1"/>
                </a:solidFill>
                <a:latin typeface="Arial"/>
                <a:ea typeface="Arial"/>
                <a:cs typeface="Arial"/>
              </a:rPr>
              <a:t>​  (</a:t>
            </a:r>
            <a:r>
              <a:rPr lang="fr-FR" sz="20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Dart</a:t>
            </a:r>
            <a:r>
              <a:rPr lang="fr-FR" sz="2000">
                <a:solidFill>
                  <a:schemeClr val="bg1"/>
                </a:solidFill>
                <a:latin typeface="Arial"/>
                <a:ea typeface="Arial"/>
                <a:cs typeface="Arial"/>
              </a:rPr>
              <a:t> )</a:t>
            </a:r>
          </a:p>
          <a:p>
            <a:br>
              <a:rPr lang="fr-FR" sz="2000">
                <a:solidFill>
                  <a:schemeClr val="bg1"/>
                </a:solidFill>
                <a:latin typeface="Arial"/>
                <a:ea typeface="Arial"/>
                <a:cs typeface="Arial"/>
              </a:rPr>
            </a:br>
            <a:r>
              <a:rPr lang="fr-FR" sz="2000" baseline="0">
                <a:solidFill>
                  <a:schemeClr val="bg1"/>
                </a:solidFill>
                <a:latin typeface="Arial"/>
              </a:rPr>
              <a:t>- Xamarin</a:t>
            </a:r>
            <a:r>
              <a:rPr lang="fr-FR" sz="2000">
                <a:solidFill>
                  <a:schemeClr val="bg1"/>
                </a:solidFill>
                <a:latin typeface="Arial"/>
                <a:ea typeface="Arial"/>
                <a:cs typeface="Arial"/>
              </a:rPr>
              <a:t>​ (</a:t>
            </a:r>
            <a:r>
              <a:rPr lang="fr-FR" sz="20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C#)</a:t>
            </a:r>
          </a:p>
          <a:p>
            <a:pPr algn="ctr"/>
            <a:endParaRPr lang="fr-FR" sz="20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A3691-21C2-7345-4D12-5EE8015B7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Mobile App Architecture Patterns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E24542-3419-D0AE-8997-4CA001183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C7601-E598-D895-A67B-BCE070B770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sz="2000" b="1">
              <a:ea typeface="+mn-lt"/>
              <a:cs typeface="+mn-lt"/>
            </a:endParaRPr>
          </a:p>
          <a:p>
            <a:r>
              <a:rPr lang="en-US" sz="2000" b="1">
                <a:ea typeface="+mn-lt"/>
                <a:cs typeface="+mn-lt"/>
              </a:rPr>
              <a:t>MVC (Model-View-Controller):</a:t>
            </a:r>
            <a:r>
              <a:rPr lang="en-US" sz="2000">
                <a:ea typeface="+mn-lt"/>
                <a:cs typeface="+mn-lt"/>
              </a:rPr>
              <a:t> The classic separation. Simple but can lead to "Massive Controllers" in big apps.</a:t>
            </a:r>
            <a:endParaRPr lang="en-US" sz="2000">
              <a:cs typeface="Arial"/>
            </a:endParaRPr>
          </a:p>
          <a:p>
            <a:endParaRPr lang="en-US" sz="2000">
              <a:ea typeface="+mn-lt"/>
              <a:cs typeface="+mn-lt"/>
            </a:endParaRPr>
          </a:p>
          <a:p>
            <a:r>
              <a:rPr lang="en-US" sz="2000" b="1">
                <a:ea typeface="+mn-lt"/>
                <a:cs typeface="+mn-lt"/>
              </a:rPr>
              <a:t>MVP (Model-View-Presenter):</a:t>
            </a:r>
            <a:r>
              <a:rPr lang="en-US" sz="2000">
                <a:ea typeface="+mn-lt"/>
                <a:cs typeface="+mn-lt"/>
              </a:rPr>
              <a:t> Presenter acts as a middleman; better for unit testing.</a:t>
            </a:r>
            <a:endParaRPr lang="en-US" sz="2000">
              <a:cs typeface="Arial"/>
            </a:endParaRPr>
          </a:p>
          <a:p>
            <a:endParaRPr lang="en-US" sz="2000">
              <a:ea typeface="+mn-lt"/>
              <a:cs typeface="+mn-lt"/>
            </a:endParaRPr>
          </a:p>
          <a:p>
            <a:r>
              <a:rPr lang="en-US" sz="2000" b="1">
                <a:ea typeface="+mn-lt"/>
                <a:cs typeface="+mn-lt"/>
              </a:rPr>
              <a:t>MVVM (Model-View-</a:t>
            </a:r>
            <a:r>
              <a:rPr lang="en-US" sz="2000" b="1" err="1">
                <a:ea typeface="+mn-lt"/>
                <a:cs typeface="+mn-lt"/>
              </a:rPr>
              <a:t>ViewModel</a:t>
            </a:r>
            <a:r>
              <a:rPr lang="en-US" sz="2000" b="1">
                <a:ea typeface="+mn-lt"/>
                <a:cs typeface="+mn-lt"/>
              </a:rPr>
              <a:t>):</a:t>
            </a:r>
            <a:r>
              <a:rPr lang="en-US" sz="2000">
                <a:ea typeface="+mn-lt"/>
                <a:cs typeface="+mn-lt"/>
              </a:rPr>
              <a:t> Modern standard (Android Jetpack). Uses </a:t>
            </a:r>
            <a:r>
              <a:rPr lang="en-US" sz="2000" b="1">
                <a:ea typeface="+mn-lt"/>
                <a:cs typeface="+mn-lt"/>
              </a:rPr>
              <a:t>Data Binding</a:t>
            </a:r>
            <a:r>
              <a:rPr lang="en-US" sz="2000">
                <a:ea typeface="+mn-lt"/>
                <a:cs typeface="+mn-lt"/>
              </a:rPr>
              <a:t> to sync UI and Logic automatically.</a:t>
            </a:r>
            <a:endParaRPr lang="en-US" sz="2000">
              <a:cs typeface="Arial"/>
            </a:endParaRPr>
          </a:p>
          <a:p>
            <a:endParaRPr lang="en-US" sz="20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3692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48BA5-1584-F84E-2736-19E9659CC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978729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Requirement Engineering (The 5 Stages)</a:t>
            </a:r>
            <a:endParaRPr lang="en-US"/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FDEAFD-DADB-8F7F-B368-210124ED4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045AE-80EC-6677-1C76-45869F186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Elicitation:</a:t>
            </a:r>
            <a:r>
              <a:rPr lang="en-US" sz="2000">
                <a:ea typeface="+mn-lt"/>
                <a:cs typeface="+mn-lt"/>
              </a:rPr>
              <a:t> Interviews and user research.</a:t>
            </a:r>
            <a:endParaRPr lang="en-US" sz="2000">
              <a:cs typeface="Arial"/>
            </a:endParaRPr>
          </a:p>
          <a:p>
            <a:endParaRPr lang="en-US" sz="2000">
              <a:ea typeface="+mn-lt"/>
              <a:cs typeface="+mn-lt"/>
            </a:endParaRPr>
          </a:p>
          <a:p>
            <a:r>
              <a:rPr lang="en-US" sz="2000" b="1">
                <a:ea typeface="+mn-lt"/>
                <a:cs typeface="+mn-lt"/>
              </a:rPr>
              <a:t>Analysis:</a:t>
            </a:r>
            <a:r>
              <a:rPr lang="en-US" sz="2000">
                <a:ea typeface="+mn-lt"/>
                <a:cs typeface="+mn-lt"/>
              </a:rPr>
              <a:t> Feasibility studies and "Must-have" vs. "Nice-to-have" (MVP).</a:t>
            </a:r>
            <a:endParaRPr lang="en-US" sz="2000">
              <a:cs typeface="Arial"/>
            </a:endParaRPr>
          </a:p>
          <a:p>
            <a:endParaRPr lang="en-US" sz="2000">
              <a:ea typeface="+mn-lt"/>
              <a:cs typeface="+mn-lt"/>
            </a:endParaRPr>
          </a:p>
          <a:p>
            <a:r>
              <a:rPr lang="en-US" sz="2000" b="1">
                <a:ea typeface="+mn-lt"/>
                <a:cs typeface="+mn-lt"/>
              </a:rPr>
              <a:t>Specification:</a:t>
            </a:r>
            <a:r>
              <a:rPr lang="en-US" sz="2000">
                <a:ea typeface="+mn-lt"/>
                <a:cs typeface="+mn-lt"/>
              </a:rPr>
              <a:t> Documenting User Stories and Functional requirements.</a:t>
            </a:r>
            <a:endParaRPr lang="en-US" sz="2000">
              <a:cs typeface="Arial"/>
            </a:endParaRPr>
          </a:p>
          <a:p>
            <a:endParaRPr lang="en-US" sz="2000">
              <a:ea typeface="+mn-lt"/>
              <a:cs typeface="+mn-lt"/>
            </a:endParaRPr>
          </a:p>
          <a:p>
            <a:r>
              <a:rPr lang="en-US" sz="2000" b="1">
                <a:ea typeface="+mn-lt"/>
                <a:cs typeface="+mn-lt"/>
              </a:rPr>
              <a:t>Validation:</a:t>
            </a:r>
            <a:r>
              <a:rPr lang="en-US" sz="2000">
                <a:ea typeface="+mn-lt"/>
                <a:cs typeface="+mn-lt"/>
              </a:rPr>
              <a:t> Prototyping in </a:t>
            </a:r>
            <a:r>
              <a:rPr lang="en-US" sz="2000" b="1">
                <a:ea typeface="+mn-lt"/>
                <a:cs typeface="+mn-lt"/>
              </a:rPr>
              <a:t>Figma</a:t>
            </a:r>
            <a:r>
              <a:rPr lang="en-US" sz="2000">
                <a:ea typeface="+mn-lt"/>
                <a:cs typeface="+mn-lt"/>
              </a:rPr>
              <a:t> before coding.</a:t>
            </a:r>
            <a:endParaRPr lang="en-US" sz="2000">
              <a:cs typeface="Arial"/>
            </a:endParaRPr>
          </a:p>
          <a:p>
            <a:endParaRPr lang="en-US" sz="2000">
              <a:ea typeface="+mn-lt"/>
              <a:cs typeface="+mn-lt"/>
            </a:endParaRPr>
          </a:p>
          <a:p>
            <a:r>
              <a:rPr lang="en-US" sz="2000" b="1">
                <a:ea typeface="+mn-lt"/>
                <a:cs typeface="+mn-lt"/>
              </a:rPr>
              <a:t>Management:</a:t>
            </a:r>
            <a:r>
              <a:rPr lang="en-US" sz="2000">
                <a:ea typeface="+mn-lt"/>
                <a:cs typeface="+mn-lt"/>
              </a:rPr>
              <a:t> Handling "Scope Creep" and change requests.</a:t>
            </a:r>
            <a:endParaRPr lang="en-US" sz="2000">
              <a:cs typeface="Arial"/>
            </a:endParaRPr>
          </a:p>
          <a:p>
            <a:endParaRPr lang="en-US" sz="20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26490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0ADED-37EE-C4FF-50A1-B1437423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978729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Cost Estimation in Cameroon (XAF)</a:t>
            </a:r>
            <a:endParaRPr lang="en-US"/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8BCB6D-44FF-55EA-C91D-7C29D69E8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FD5EE2-2259-4CB2-1BF6-A3228B2B4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Simple/MVP:</a:t>
            </a:r>
            <a:r>
              <a:rPr lang="en-US" sz="2000">
                <a:ea typeface="+mn-lt"/>
                <a:cs typeface="+mn-lt"/>
              </a:rPr>
              <a:t> 300,000 – 500,000 FCFA.</a:t>
            </a:r>
            <a:endParaRPr lang="en-US" sz="2000">
              <a:cs typeface="Arial"/>
            </a:endParaRPr>
          </a:p>
          <a:p>
            <a:endParaRPr lang="en-US" sz="2000">
              <a:ea typeface="+mn-lt"/>
              <a:cs typeface="+mn-lt"/>
            </a:endParaRPr>
          </a:p>
          <a:p>
            <a:r>
              <a:rPr lang="en-US" sz="2000" b="1">
                <a:ea typeface="+mn-lt"/>
                <a:cs typeface="+mn-lt"/>
              </a:rPr>
              <a:t>Medium (with Momo/OM):</a:t>
            </a:r>
            <a:r>
              <a:rPr lang="en-US" sz="2000">
                <a:ea typeface="+mn-lt"/>
                <a:cs typeface="+mn-lt"/>
              </a:rPr>
              <a:t> 500,000 – 1,000,000 FCFA.</a:t>
            </a:r>
            <a:endParaRPr lang="en-US" sz="2000">
              <a:cs typeface="Arial"/>
            </a:endParaRPr>
          </a:p>
          <a:p>
            <a:endParaRPr lang="en-US" sz="2000">
              <a:ea typeface="+mn-lt"/>
              <a:cs typeface="+mn-lt"/>
            </a:endParaRPr>
          </a:p>
          <a:p>
            <a:r>
              <a:rPr lang="en-US" sz="2000" b="1">
                <a:ea typeface="+mn-lt"/>
                <a:cs typeface="+mn-lt"/>
              </a:rPr>
              <a:t>Complex/Enterprise:</a:t>
            </a:r>
            <a:r>
              <a:rPr lang="en-US" sz="2000">
                <a:ea typeface="+mn-lt"/>
                <a:cs typeface="+mn-lt"/>
              </a:rPr>
              <a:t> 1,000,000+ FCFA.</a:t>
            </a:r>
            <a:endParaRPr lang="en-US" sz="2000">
              <a:cs typeface="Arial"/>
            </a:endParaRPr>
          </a:p>
          <a:p>
            <a:endParaRPr lang="en-US" sz="2000">
              <a:ea typeface="+mn-lt"/>
              <a:cs typeface="+mn-lt"/>
            </a:endParaRPr>
          </a:p>
          <a:p>
            <a:r>
              <a:rPr lang="en-US" sz="2000" b="1">
                <a:ea typeface="+mn-lt"/>
                <a:cs typeface="+mn-lt"/>
              </a:rPr>
              <a:t>Key Factors:</a:t>
            </a:r>
            <a:r>
              <a:rPr lang="en-US" sz="2000">
                <a:ea typeface="+mn-lt"/>
                <a:cs typeface="+mn-lt"/>
              </a:rPr>
              <a:t> Number of screens, backend complexity, and third-party integrations.</a:t>
            </a:r>
            <a:endParaRPr lang="en-US" sz="20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3137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F6758-C92E-6908-58B2-CD2D88CAE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978729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Conclusion &amp; Key Takeaways</a:t>
            </a:r>
            <a:endParaRPr lang="en-US"/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194012-71B5-4D70-2D20-67C157846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A8E04D-525E-1338-F666-D78D99B23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cs typeface="Arial"/>
              </a:rPr>
              <a:t>Architecture Over Code:</a:t>
            </a:r>
            <a:r>
              <a:rPr lang="en-US" sz="2000">
                <a:cs typeface="Arial"/>
              </a:rPr>
              <a:t> Choosing the right pattern (</a:t>
            </a:r>
            <a:r>
              <a:rPr lang="en-US" sz="2000" b="1">
                <a:cs typeface="Arial"/>
              </a:rPr>
              <a:t>MVVM/MVP</a:t>
            </a:r>
            <a:r>
              <a:rPr lang="en-US" sz="2000">
                <a:cs typeface="Arial"/>
              </a:rPr>
              <a:t>) is the foundation for building scalable, easy-to-maintain applications.</a:t>
            </a:r>
            <a:br>
              <a:rPr lang="en-US" sz="2000">
                <a:cs typeface="Arial"/>
              </a:rPr>
            </a:br>
            <a:endParaRPr lang="en-US" sz="2000">
              <a:cs typeface="Arial"/>
            </a:endParaRPr>
          </a:p>
          <a:p>
            <a:r>
              <a:rPr lang="en-US" sz="2000" b="1">
                <a:ea typeface="+mn-lt"/>
                <a:cs typeface="+mn-lt"/>
              </a:rPr>
              <a:t>The Cross-Platform Edge:</a:t>
            </a:r>
            <a:r>
              <a:rPr lang="en-US" sz="2000">
                <a:ea typeface="+mn-lt"/>
                <a:cs typeface="+mn-lt"/>
              </a:rPr>
              <a:t> Frameworks like </a:t>
            </a:r>
            <a:r>
              <a:rPr lang="en-US" sz="2000" b="1">
                <a:ea typeface="+mn-lt"/>
                <a:cs typeface="+mn-lt"/>
              </a:rPr>
              <a:t>Flutter</a:t>
            </a:r>
            <a:r>
              <a:rPr lang="en-US" sz="2000">
                <a:ea typeface="+mn-lt"/>
                <a:cs typeface="+mn-lt"/>
              </a:rPr>
              <a:t> and </a:t>
            </a:r>
            <a:r>
              <a:rPr lang="en-US" sz="2000" b="1">
                <a:ea typeface="+mn-lt"/>
                <a:cs typeface="+mn-lt"/>
              </a:rPr>
              <a:t>React Native</a:t>
            </a:r>
            <a:r>
              <a:rPr lang="en-US" sz="2000">
                <a:ea typeface="+mn-lt"/>
                <a:cs typeface="+mn-lt"/>
              </a:rPr>
              <a:t> provide the ideal balance of performance and cost-efficiency for our local market.</a:t>
            </a:r>
          </a:p>
          <a:p>
            <a:endParaRPr lang="en-US" sz="2000">
              <a:cs typeface="Arial"/>
            </a:endParaRPr>
          </a:p>
          <a:p>
            <a:r>
              <a:rPr lang="en-US" sz="2000" b="1">
                <a:ea typeface="+mn-lt"/>
                <a:cs typeface="+mn-lt"/>
              </a:rPr>
              <a:t>Precision in Planning:</a:t>
            </a:r>
            <a:r>
              <a:rPr lang="en-US" sz="2000">
                <a:ea typeface="+mn-lt"/>
                <a:cs typeface="+mn-lt"/>
              </a:rPr>
              <a:t> Strong </a:t>
            </a:r>
            <a:r>
              <a:rPr lang="en-US" sz="2000" b="1">
                <a:ea typeface="+mn-lt"/>
                <a:cs typeface="+mn-lt"/>
              </a:rPr>
              <a:t>Requirement Engineering</a:t>
            </a:r>
            <a:r>
              <a:rPr lang="en-US" sz="2000">
                <a:ea typeface="+mn-lt"/>
                <a:cs typeface="+mn-lt"/>
              </a:rPr>
              <a:t> prevents technical debt and ensures the final product effectively solves the user's problem.</a:t>
            </a:r>
          </a:p>
        </p:txBody>
      </p:sp>
    </p:spTree>
    <p:extLst>
      <p:ext uri="{BB962C8B-B14F-4D97-AF65-F5344CB8AC3E}">
        <p14:creationId xmlns:p14="http://schemas.microsoft.com/office/powerpoint/2010/main" val="1357249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www.w3.org/2000/xmlns/"/>
    <ds:schemaRef ds:uri="http://www.w3.org/2001/XMLSchema-instance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Presented by: GROUP 11 </vt:lpstr>
      <vt:lpstr>Comprehensive Mobile App Development </vt:lpstr>
      <vt:lpstr>PowerPoint Presentation</vt:lpstr>
      <vt:lpstr>INTRODUCTION TO MOBILE APPS</vt:lpstr>
      <vt:lpstr>Types of Mobile Applications </vt:lpstr>
      <vt:lpstr>Key Comparison of App Types</vt:lpstr>
      <vt:lpstr>Programming Languages And Frameworks</vt:lpstr>
      <vt:lpstr>Mobile App Architecture Patterns</vt:lpstr>
      <vt:lpstr>Requirement Engineering (The 5 Stages) </vt:lpstr>
      <vt:lpstr>Cost Estimation in Cameroon (XAF) </vt:lpstr>
      <vt:lpstr>Conclusion &amp; Key Takeaways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 DEVELOPMENT PROCESS</dc:title>
  <dc:creator>Funwi Kelsea</dc:creator>
  <cp:revision>1</cp:revision>
  <dcterms:created xsi:type="dcterms:W3CDTF">2026-04-05T10:04:16Z</dcterms:created>
  <dcterms:modified xsi:type="dcterms:W3CDTF">2026-04-06T21:19:52Z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